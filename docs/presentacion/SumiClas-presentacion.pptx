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4.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media/image49.svg" ContentType="image/svg"/>
  <Override PartName="/ppt/media/image20.svg" ContentType="image/svg"/>
  <Override PartName="/ppt/media/image30.svg" ContentType="image/svg"/>
  <Override PartName="/ppt/media/image22.svg" ContentType="image/svg"/>
  <Override PartName="/ppt/media/image24.svg" ContentType="image/svg"/>
  <Override PartName="/ppt/media/image26.svg" ContentType="image/svg"/>
  <Override PartName="/ppt/media/image28.svg" ContentType="image/svg"/>
  <Override PartName="/ppt/media/image42.svg" ContentType="image/svg"/>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5143500"/>
  <p:notesSz cx="5143500" cy="9144000"/>
  <p:extLst>
    <p:ext uri="{521415D9-36F7-43E2-AB2F-B90AF26B5E84}">
      <p14:sectionLst xmlns:p14="http://schemas.microsoft.com/office/powerpoint/2010/main">
        <p14:section name="Introducción" id="{9268CA28-86B7-066D-909A-CCBE6ED9B3F5}">
          <p14:sldIdLst>
            <p14:sldId id="256"/>
            <p14:sldId id="257"/>
            <p14:sldId id="258"/>
            <p14:sldId id="259"/>
          </p14:sldIdLst>
        </p14:section>
        <p14:section name="El producto" id="{4600B4A3-6C91-A874-8CBE-50E0C6F2807D}">
          <p14:sldIdLst>
            <p14:sldId id="260"/>
            <p14:sldId id="261"/>
            <p14:sldId id="262"/>
            <p14:sldId id="263"/>
            <p14:sldId id="264"/>
          </p14:sldIdLst>
        </p14:section>
        <p14:section name="Por dentro" id="{55BD3FC6-52FD-8B35-6E4B-7BF41611EB21}">
          <p14:sldIdLst>
            <p14:sldId id="265"/>
            <p14:sldId id="266"/>
            <p14:sldId id="267"/>
            <p14:sldId id="268"/>
          </p14:sldIdLst>
        </p14:section>
        <p14:section name="Cierre" id="{91ADE260-8541-DE18-80AD-F2998A2BE46E}">
          <p14:sldIdLst>
            <p14:sldId id="269"/>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s-ES" sz="1800" b="0" u="none" strike="noStrike">
                <a:solidFill>
                  <a:schemeClr val="dk1"/>
                </a:solidFill>
                <a:effectLst/>
                <a:uFillTx/>
                <a:latin typeface="Calibri"/>
              </a:rPr>
              <a:t>Pulse para desplazar la diapositiva</a:t>
            </a:r>
            <a:endParaRPr lang="es-ES" sz="1800" b="0" u="none" strike="noStrike">
              <a:solidFill>
                <a:schemeClr val="dk1"/>
              </a:solidFill>
              <a:effectLst/>
              <a:uFillTx/>
              <a:latin typeface="Calibri"/>
            </a:endParaRPr>
          </a:p>
        </p:txBody>
      </p:sp>
      <p:sp>
        <p:nvSpPr>
          <p:cNvPr id="1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s-ES" sz="2000" b="0" u="none" strike="noStrike">
                <a:solidFill>
                  <a:srgbClr val="000000"/>
                </a:solidFill>
                <a:effectLst/>
                <a:uFillTx/>
                <a:latin typeface="Arial"/>
              </a:rPr>
              <a:t>Pulse para editar el formato de las notas</a:t>
            </a:r>
            <a:endParaRPr lang="es-ES" sz="2000" b="0" u="none" strike="noStrike">
              <a:solidFill>
                <a:srgbClr val="000000"/>
              </a:solidFill>
              <a:effectLst/>
              <a:uFillTx/>
              <a:latin typeface="Arial"/>
            </a:endParaRPr>
          </a:p>
        </p:txBody>
      </p:sp>
      <p:sp>
        <p:nvSpPr>
          <p:cNvPr id="11"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s-ES" sz="1400" b="0" u="none" strike="noStrike">
                <a:solidFill>
                  <a:srgbClr val="000000"/>
                </a:solidFill>
                <a:effectLst/>
                <a:uFillTx/>
                <a:latin typeface="Times New Roman"/>
              </a:rPr>
              <a:t>&lt;cabecera&gt;</a:t>
            </a:r>
            <a:endParaRPr lang="es-ES" sz="1400" b="0" u="none" strike="noStrike">
              <a:solidFill>
                <a:srgbClr val="000000"/>
              </a:solidFill>
              <a:effectLst/>
              <a:uFillTx/>
              <a:latin typeface="Times New Roman"/>
            </a:endParaRPr>
          </a:p>
        </p:txBody>
      </p:sp>
      <p:sp>
        <p:nvSpPr>
          <p:cNvPr id="12"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3"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lgn="l">
              <a:buNone/>
              <a:defRPr lang="es-ES" sz="1400" b="0" u="none" strike="noStrike">
                <a:solidFill>
                  <a:srgbClr val="000000"/>
                </a:solidFill>
                <a:effectLst/>
                <a:uFillTx/>
                <a:latin typeface="Times New Roman"/>
              </a:defRPr>
            </a:lvl1pPr>
          </a:lstStyle>
          <a:p>
            <a:pPr indent="0" algn="l">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4"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EEA0EAFA-5685-4157-9A00-00D500CF099A}" type="slidenum">
              <a:rPr lang="es-ES"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0" y="0"/>
            <a:ext cx="0" cy="0"/>
          </a:xfrm>
          <a:prstGeom prst="rect">
            <a:avLst/>
          </a:prstGeom>
          <a:ln w="0">
            <a:noFill/>
          </a:ln>
        </p:spPr>
      </p:sp>
      <p:sp>
        <p:nvSpPr>
          <p:cNvPr id="35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s-ES" sz="2000" b="0" u="none" strike="noStrike">
                <a:solidFill>
                  <a:srgbClr val="000000"/>
                </a:solidFill>
                <a:effectLst/>
                <a:uFillTx/>
                <a:latin typeface="Arial"/>
              </a:rPr>
              <a:t>Hola, soy Ana y os presento SumiClas. Es una app para que las familias de una clase tengan todo en un mismo sitio, en lugar de depender del grupo de WhatsApp. Os cuento qué es, cómo se ve, qué hay ya construido, cómo está hecho y qué queda por hacer.</a:t>
            </a:r>
            <a:endParaRPr lang="es-ES" sz="2000" b="0" u="none" strike="noStrike">
              <a:solidFill>
                <a:srgbClr val="000000"/>
              </a:solidFill>
              <a:effectLst/>
              <a:uFillTx/>
              <a:latin typeface="Arial"/>
            </a:endParaRPr>
          </a:p>
        </p:txBody>
      </p:sp>
      <p:sp>
        <p:nvSpPr>
          <p:cNvPr id="356"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1A39B994-DD78-44D2-93E0-D596F3E68B36}"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0" y="0"/>
            <a:ext cx="0" cy="0"/>
          </a:xfrm>
          <a:prstGeom prst="rect">
            <a:avLst/>
          </a:prstGeom>
          <a:ln w="0">
            <a:noFill/>
          </a:ln>
        </p:spPr>
      </p:sp>
      <p:sp>
        <p:nvSpPr>
          <p:cNvPr id="35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Seguro que os suena: el grupo de la clase con cientos de mensajes y, en medio, lo que de verdad importa. La hora de la excursión, quién ha pagado, la chaqueta que alguien se ha dejado. Cuesta encontrar nada.</a:t>
            </a:r>
            <a:endParaRPr lang="es-ES" sz="2000" b="0" u="none" strike="noStrike">
              <a:solidFill>
                <a:srgbClr val="000000"/>
              </a:solidFill>
              <a:effectLst/>
              <a:uFillTx/>
              <a:latin typeface="Arial"/>
            </a:endParaRPr>
          </a:p>
        </p:txBody>
      </p:sp>
      <p:sp>
        <p:nvSpPr>
          <p:cNvPr id="359"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75C49AC8-BD25-4551-8EF2-9C1B1AF6E7E1}"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0" y="0"/>
            <a:ext cx="0" cy="0"/>
          </a:xfrm>
          <a:prstGeom prst="rect">
            <a:avLst/>
          </a:prstGeom>
          <a:ln w="0">
            <a:noFill/>
          </a:ln>
        </p:spPr>
      </p:sp>
      <p:sp>
        <p:nvSpPr>
          <p:cNvPr id="36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La idea es sencilla: juntar en un único sitio lo que antes estaba repartido. Avisos, calendario, deberes, gastos y objetos perdidos. Y al entrar, un panel te enseña de un vistazo lo que tienes pendiente.</a:t>
            </a:r>
            <a:endParaRPr lang="es-ES" sz="2000" b="0" u="none" strike="noStrike">
              <a:solidFill>
                <a:srgbClr val="000000"/>
              </a:solidFill>
              <a:effectLst/>
              <a:uFillTx/>
              <a:latin typeface="Arial"/>
            </a:endParaRPr>
          </a:p>
        </p:txBody>
      </p:sp>
      <p:sp>
        <p:nvSpPr>
          <p:cNvPr id="362"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08659800-0F48-41CB-BE0F-5EC7BA680019}"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0" y="0"/>
            <a:ext cx="0" cy="0"/>
          </a:xfrm>
          <a:prstGeom prst="rect">
            <a:avLst/>
          </a:prstGeom>
          <a:ln w="0">
            <a:noFill/>
          </a:ln>
        </p:spPr>
      </p:sp>
      <p:sp>
        <p:nvSpPr>
          <p:cNvPr id="36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s-ES" sz="2000" b="0" u="none" strike="noStrike">
                <a:solidFill>
                  <a:srgbClr val="000000"/>
                </a:solidFill>
                <a:effectLst/>
                <a:uFillTx/>
                <a:latin typeface="Arial"/>
              </a:rPr>
              <a:t>Hay dos roles en cada clase. Los participantes, es decir las familias, que ven la clase de cada uno de sus hijos. Y los delegados, que además publican avisos, eventos, deberes y gastos. Cada acción comprueba en el servidor a qué clase y con qué rol perteneces. Y algo que me importaba mucho: proteger a los menores. Solo se muestra el nombre y la inicial del apellido, y los cumpleaños van sin año.</a:t>
            </a:r>
            <a:endParaRPr lang="es-ES" sz="2000" b="0" u="none" strike="noStrike">
              <a:solidFill>
                <a:srgbClr val="000000"/>
              </a:solidFill>
              <a:effectLst/>
              <a:uFillTx/>
              <a:latin typeface="Arial"/>
            </a:endParaRPr>
          </a:p>
        </p:txBody>
      </p:sp>
      <p:sp>
        <p:nvSpPr>
          <p:cNvPr id="365"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E2D50460-4775-45AB-8D30-BE0DE75F557B}"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0" y="0"/>
            <a:ext cx="0" cy="0"/>
          </a:xfrm>
          <a:prstGeom prst="rect">
            <a:avLst/>
          </a:prstGeom>
          <a:ln w="0">
            <a:noFill/>
          </a:ln>
        </p:spPr>
      </p:sp>
      <p:sp>
        <p:nvSpPr>
          <p:cNvPr id="36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s-ES" sz="2000" b="0" u="none" strike="noStrike">
                <a:solidFill>
                  <a:srgbClr val="000000"/>
                </a:solidFill>
                <a:effectLst/>
                <a:uFillTx/>
                <a:latin typeface="Arial"/>
              </a:rPr>
              <a:t>Estas son las seis cosas que se pueden hacer. Los avisos, con prioridad urgente y marca de leído. El calendario con excursiones, reuniones y cumpleaños sin año. Los deberes con comentarios. Los gastos de clase, con seguimiento de quién ha pagado. Los objetos perdidos, donde quien encuentra o reconoce algo reclama en privado y el autor acepta o rechaza, con una frase para quedar. Y el panel de inicio que lo resume todo. Lo que publica cada persona lo puede editar o borrar su autor.</a:t>
            </a:r>
            <a:endParaRPr lang="es-ES" sz="2000" b="0" u="none" strike="noStrike">
              <a:solidFill>
                <a:srgbClr val="000000"/>
              </a:solidFill>
              <a:effectLst/>
              <a:uFillTx/>
              <a:latin typeface="Arial"/>
            </a:endParaRPr>
          </a:p>
        </p:txBody>
      </p:sp>
      <p:sp>
        <p:nvSpPr>
          <p:cNvPr id="368"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54774C72-23E6-46DB-B5C6-FBA6A31D4D29}"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0" y="0"/>
            <a:ext cx="0" cy="0"/>
          </a:xfrm>
          <a:prstGeom prst="rect">
            <a:avLst/>
          </a:prstGeom>
          <a:ln w="0">
            <a:noFill/>
          </a:ln>
        </p:spPr>
      </p:sp>
      <p:sp>
        <p:nvSpPr>
          <p:cNvPr id="37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s-ES" sz="2000" b="0" u="none" strike="noStrike">
                <a:solidFill>
                  <a:srgbClr val="000000"/>
                </a:solidFill>
                <a:effectLst/>
                <a:uFillTx/>
                <a:latin typeface="Arial"/>
              </a:rPr>
              <a:t>Aquí tenéis dos pantallas reales de la web, en modo oscuro. A la izquierda el panel de inicio de una familia: avisos sin leer con uno urgente, deberes pendientes y un pago pendiente. A la derecha, los avisos de la clase con el urgente destacado. Son datos de ejemplo, inventados para la demostración.</a:t>
            </a:r>
            <a:endParaRPr lang="es-ES" sz="2000" b="0" u="none" strike="noStrike">
              <a:solidFill>
                <a:srgbClr val="000000"/>
              </a:solidFill>
              <a:effectLst/>
              <a:uFillTx/>
              <a:latin typeface="Arial"/>
            </a:endParaRPr>
          </a:p>
        </p:txBody>
      </p:sp>
      <p:sp>
        <p:nvSpPr>
          <p:cNvPr id="371" name="PlaceHolder 3"/>
          <p:cNvSpPr>
            <a:spLocks noGrp="1"/>
          </p:cNvSpPr>
          <p:nvPr>
            <p:ph type="sldNum" idx="2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4FA4F0DB-94D1-410A-A78C-ACF17399E1FE}"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0" y="0"/>
            <a:ext cx="0" cy="0"/>
          </a:xfrm>
          <a:prstGeom prst="rect">
            <a:avLst/>
          </a:prstGeom>
          <a:ln w="0">
            <a:noFill/>
          </a:ln>
        </p:spPr>
      </p:sp>
      <p:sp>
        <p:nvSpPr>
          <p:cNvPr id="37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Y otras dos: el calendario de la clase, en vista de lista, con las próximas citas y los cumpleaños; y los deberes organizados por día y asignatura, donde también las familias pueden hacer propuestas. Los gastos y los objetos perdidos tienen sus propias pantallas, igual de sencillas.</a:t>
            </a:r>
            <a:endParaRPr lang="es-ES" sz="2000" b="0" u="none" strike="noStrike">
              <a:solidFill>
                <a:srgbClr val="000000"/>
              </a:solidFill>
              <a:effectLst/>
              <a:uFillTx/>
              <a:latin typeface="Arial"/>
            </a:endParaRPr>
          </a:p>
        </p:txBody>
      </p:sp>
      <p:sp>
        <p:nvSpPr>
          <p:cNvPr id="374"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1721CCCB-89FE-4064-848F-DAA361DE745C}"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0" y="0"/>
            <a:ext cx="0" cy="0"/>
          </a:xfrm>
          <a:prstGeom prst="rect">
            <a:avLst/>
          </a:prstGeom>
          <a:ln w="0">
            <a:noFill/>
          </a:ln>
        </p:spPr>
      </p:sp>
      <p:sp>
        <p:nvSpPr>
          <p:cNvPr id="37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s-ES" sz="2000" b="0" u="none" strike="noStrike">
                <a:solidFill>
                  <a:srgbClr val="000000"/>
                </a:solidFill>
                <a:effectLst/>
                <a:uFillTx/>
                <a:latin typeface="Arial"/>
              </a:rPr>
              <a:t>Una de las ideas que más me gustan: cada semana se puede generar un pequeño resumen con inteligencia artificial, de tres a cinco frases, compartido por toda la clase. Se genera bajo demanda al abrir el panel, y solo si la semana tiene novedades. Este de la pantalla es un ejemplo ilustrativo. Por privacidad nunca incluye nombres de niños: los cumpleaños solo se cuentan, y de los avisos solo se envía un fragmento del texto, saneado.</a:t>
            </a:r>
            <a:endParaRPr lang="es-ES" sz="2000" b="0" u="none" strike="noStrike">
              <a:solidFill>
                <a:srgbClr val="000000"/>
              </a:solidFill>
              <a:effectLst/>
              <a:uFillTx/>
              <a:latin typeface="Arial"/>
            </a:endParaRPr>
          </a:p>
        </p:txBody>
      </p:sp>
      <p:sp>
        <p:nvSpPr>
          <p:cNvPr id="377" name="PlaceHolder 3"/>
          <p:cNvSpPr>
            <a:spLocks noGrp="1"/>
          </p:cNvSpPr>
          <p:nvPr>
            <p:ph type="sldNum" idx="2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30038DE5-EEDE-420D-A2C3-10CA653E6EEC}"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0" y="0"/>
            <a:ext cx="0" cy="0"/>
          </a:xfrm>
          <a:prstGeom prst="rect">
            <a:avLst/>
          </a:prstGeom>
          <a:ln w="0">
            <a:noFill/>
          </a:ln>
        </p:spPr>
      </p:sp>
      <p:sp>
        <p:nvSpPr>
          <p:cNvPr id="37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s-ES" sz="2000" b="0" u="none" strike="noStrike">
                <a:solidFill>
                  <a:srgbClr val="000000"/>
                </a:solidFill>
                <a:effectLst/>
                <a:uFillTx/>
                <a:latin typeface="Arial"/>
              </a:rPr>
              <a:t>Además de las pantallas, hay una parte menos visible pero importante. El perfil se puede editar: tu nombre y el de tus hijos. Al cambiar la contraseña se cierran las sesiones abiertas. Cada persona puede editar y borrar lo que ella misma ha publicado. Hay dos roles por clase, delegado y participante, y el servidor comprueba la clase y el rol en cada acción. La web incluye las páginas legales de privacidad, términos y cookies, y una página de inicio renovada.</a:t>
            </a:r>
            <a:endParaRPr lang="es-ES" sz="2000" b="0" u="none" strike="noStrike">
              <a:solidFill>
                <a:srgbClr val="000000"/>
              </a:solidFill>
              <a:effectLst/>
              <a:uFillTx/>
              <a:latin typeface="Arial"/>
            </a:endParaRPr>
          </a:p>
        </p:txBody>
      </p:sp>
      <p:sp>
        <p:nvSpPr>
          <p:cNvPr id="380" name="PlaceHolder 3"/>
          <p:cNvSpPr>
            <a:spLocks noGrp="1"/>
          </p:cNvSpPr>
          <p:nvPr>
            <p:ph type="sldNum" idx="2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800A83D3-EEE9-429C-9B6D-A1727503771B}"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0" y="0"/>
            <a:ext cx="0" cy="0"/>
          </a:xfrm>
          <a:prstGeom prst="rect">
            <a:avLst/>
          </a:prstGeom>
          <a:ln w="0">
            <a:noFill/>
          </a:ln>
        </p:spPr>
      </p:sp>
      <p:sp>
        <p:nvSpPr>
          <p:cNvPr id="38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s-ES" sz="2000" b="0" u="none" strike="noStrike">
                <a:solidFill>
                  <a:srgbClr val="000000"/>
                </a:solidFill>
                <a:effectLst/>
                <a:uFillTx/>
                <a:latin typeface="Arial"/>
              </a:rPr>
              <a:t>Por dentro: el frontend está hecho con React, TypeScript, Vite y Tailwind; Next.js y la PWA se descartaron. El backend es una API .NET 10 con arquitectura de vertical slice y CQRS con MediatR, y Entity Framework sobre PostgreSQL; en local la base de datos va en Docker. El resumen semanal usa la API de Anthropic, y para las pruebas NUnit, Moq y Testcontainers. Todo se despliega en Azure, con la infraestructura definida con Terraform.</a:t>
            </a:r>
            <a:endParaRPr lang="es-ES" sz="2000" b="0" u="none" strike="noStrike">
              <a:solidFill>
                <a:srgbClr val="000000"/>
              </a:solidFill>
              <a:effectLst/>
              <a:uFillTx/>
              <a:latin typeface="Arial"/>
            </a:endParaRPr>
          </a:p>
        </p:txBody>
      </p:sp>
      <p:sp>
        <p:nvSpPr>
          <p:cNvPr id="383" name="PlaceHolder 3"/>
          <p:cNvSpPr>
            <a:spLocks noGrp="1"/>
          </p:cNvSpPr>
          <p:nvPr>
            <p:ph type="sldNum" idx="2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41444639-2AC4-41D3-B7E7-BD4C2A277E4C}"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0" y="0"/>
            <a:ext cx="0" cy="0"/>
          </a:xfrm>
          <a:prstGeom prst="rect">
            <a:avLst/>
          </a:prstGeom>
          <a:ln w="0">
            <a:noFill/>
          </a:ln>
        </p:spPr>
      </p:sp>
      <p:sp>
        <p:nvSpPr>
          <p:cNvPr id="38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s-ES" sz="2000" b="0" u="none" strike="noStrike">
                <a:solidFill>
                  <a:srgbClr val="000000"/>
                </a:solidFill>
                <a:effectLst/>
                <a:uFillTx/>
                <a:latin typeface="Arial"/>
              </a:rPr>
              <a:t>Algunas cifras que me hacen sentir tranquila: 18 módulos independientes, más de mil trescientos tests automáticos y los más de dieciocho mil colegios oficiales cargados para buscar el tuyo. La sesión es segura, con el token en memoria y una cookie de refresco que rota. El cliente de la API se genera solo, así que frontend y backend no se descuadran, y la propia API sirve también la web bajo el mismo origen. El despliegue en Azure está definido como código con Terraform.</a:t>
            </a:r>
            <a:endParaRPr lang="es-ES" sz="2000" b="0" u="none" strike="noStrike">
              <a:solidFill>
                <a:srgbClr val="000000"/>
              </a:solidFill>
              <a:effectLst/>
              <a:uFillTx/>
              <a:latin typeface="Arial"/>
            </a:endParaRPr>
          </a:p>
        </p:txBody>
      </p:sp>
      <p:sp>
        <p:nvSpPr>
          <p:cNvPr id="386" name="PlaceHolder 3"/>
          <p:cNvSpPr>
            <a:spLocks noGrp="1"/>
          </p:cNvSpPr>
          <p:nvPr>
            <p:ph type="sldNum" idx="2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103C2FD2-ACEB-4236-901E-1F9B2D2BB1FA}"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0" y="0"/>
            <a:ext cx="0" cy="0"/>
          </a:xfrm>
          <a:prstGeom prst="rect">
            <a:avLst/>
          </a:prstGeom>
          <a:ln w="0">
            <a:noFill/>
          </a:ln>
        </p:spPr>
      </p:sp>
      <p:sp>
        <p:nvSpPr>
          <p:cNvPr id="38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s-ES" sz="2000" b="0" u="none" strike="noStrike">
                <a:solidFill>
                  <a:srgbClr val="000000"/>
                </a:solidFill>
                <a:effectLst/>
                <a:uFillTx/>
                <a:latin typeface="Arial"/>
              </a:rPr>
              <a:t>Lo que viene a continuación, y todavía no está hecho: poder invitar al segundo tutor de un niño con una invitación de un solo uso; notificaciones push, que quedaron fuera del primer alcance y cuyo mecanismo está por decidir, y que servirían también para avisar de las reclamaciones de objetos perdidos; y fotos en los objetos perdidos, que necesitan almacenamiento y una revisión de la privacidad de los menores. Editar y borrar lo publicado, que antes estaba aquí, ya está hecho.</a:t>
            </a:r>
            <a:endParaRPr lang="es-ES" sz="2000" b="0" u="none" strike="noStrike">
              <a:solidFill>
                <a:srgbClr val="000000"/>
              </a:solidFill>
              <a:effectLst/>
              <a:uFillTx/>
              <a:latin typeface="Arial"/>
            </a:endParaRPr>
          </a:p>
        </p:txBody>
      </p:sp>
      <p:sp>
        <p:nvSpPr>
          <p:cNvPr id="389" name="PlaceHolder 3"/>
          <p:cNvSpPr>
            <a:spLocks noGrp="1"/>
          </p:cNvSpPr>
          <p:nvPr>
            <p:ph type="sldNum" idx="2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C3E56A8E-4AB4-439B-BE39-49DA3C1A2D5E}"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0" y="0"/>
            <a:ext cx="0" cy="0"/>
          </a:xfrm>
          <a:prstGeom prst="rect">
            <a:avLst/>
          </a:prstGeom>
          <a:ln w="0">
            <a:noFill/>
          </a:ln>
        </p:spPr>
      </p:sp>
      <p:sp>
        <p:nvSpPr>
          <p:cNvPr id="39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s-ES" sz="2000" b="0" u="none" strike="noStrike">
                <a:solidFill>
                  <a:srgbClr val="000000"/>
                </a:solidFill>
                <a:effectLst/>
                <a:uFillTx/>
                <a:latin typeface="Arial"/>
              </a:rPr>
              <a:t>Y mirando más lejos: ideas que ya están escritas en la documentación del proyecto, no promesas ni fechas. Vendrían después de la beta y de los pasos más cercanos de la diapositiva anterior. Por ejemplo, que las familias se ayuden entre sí, un buscador con inteligencia artificial sobre el histórico de la clase, pagos reales dentro de la app, avisos a nivel de colegio con roles de administrador de colegio y de profesorado, el horario de la clase, y un panel de administración para varios colegios.</a:t>
            </a:r>
            <a:endParaRPr lang="es-ES" sz="2000" b="0" u="none" strike="noStrike">
              <a:solidFill>
                <a:srgbClr val="000000"/>
              </a:solidFill>
              <a:effectLst/>
              <a:uFillTx/>
              <a:latin typeface="Arial"/>
            </a:endParaRPr>
          </a:p>
        </p:txBody>
      </p:sp>
      <p:sp>
        <p:nvSpPr>
          <p:cNvPr id="392" name="PlaceHolder 3"/>
          <p:cNvSpPr>
            <a:spLocks noGrp="1"/>
          </p:cNvSpPr>
          <p:nvPr>
            <p:ph type="sldNum" idx="2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504D759A-DA3C-4C45-B742-4CBDD104B048}"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0" y="0"/>
            <a:ext cx="0" cy="0"/>
          </a:xfrm>
          <a:prstGeom prst="rect">
            <a:avLst/>
          </a:prstGeom>
          <a:ln w="0">
            <a:noFill/>
          </a:ln>
        </p:spPr>
      </p:sp>
      <p:sp>
        <p:nvSpPr>
          <p:cNvPr id="39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Muchas gracias por escuchar. Si queréis probarlo, hay cuentas de demostración con datos inventados; la de Lucía es la de una delegada de clase. Ahora, si tenéis preguntas, encantada.</a:t>
            </a:r>
            <a:endParaRPr lang="es-ES" sz="2000" b="0" u="none" strike="noStrike">
              <a:solidFill>
                <a:srgbClr val="000000"/>
              </a:solidFill>
              <a:effectLst/>
              <a:uFillTx/>
              <a:latin typeface="Arial"/>
            </a:endParaRPr>
          </a:p>
        </p:txBody>
      </p:sp>
      <p:sp>
        <p:nvSpPr>
          <p:cNvPr id="395" name="PlaceHolder 3"/>
          <p:cNvSpPr>
            <a:spLocks noGrp="1"/>
          </p:cNvSpPr>
          <p:nvPr>
            <p:ph type="sldNum" idx="3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B508B44B-B0FD-4C4E-B9B8-192E9340D751}" type="slidenum">
              <a:rPr lang="en-US" sz="1800" b="0" u="none" strike="noStrike">
                <a:solidFill>
                  <a:schemeClr val="dk1"/>
                </a:solidFill>
                <a:effectLst/>
                <a:uFillTx/>
                <a:latin typeface="+mn-lt"/>
                <a:ea typeface="+mn-ea"/>
              </a:rPr>
              <a:t>&lt;número&gt;</a:t>
            </a:fld>
            <a:endParaRPr lang="es-E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0F172A"/>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UMICLAS_COVER">
    <p:bg>
      <p:bgPr>
        <a:solidFill>
          <a:srgbClr val="0F172A"/>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l">
              <a:lnSpc>
                <a:spcPct val="100000"/>
              </a:lnSpc>
              <a:buNone/>
              <a:tabLst>
                <a:tab pos="0" algn="l"/>
              </a:tabLst>
              <a:defRPr lang="es-ES" sz="1800" b="0" u="none" strike="noStrike">
                <a:solidFill>
                  <a:schemeClr val="dk1"/>
                </a:solidFill>
                <a:effectLst/>
                <a:uFillTx/>
                <a:latin typeface="Calibri"/>
              </a:defRPr>
            </a:lvl1pPr>
          </a:lstStyle>
          <a:p>
            <a:pPr indent="0" algn="l">
              <a:lnSpc>
                <a:spcPct val="100000"/>
              </a:lnSpc>
              <a:buNone/>
              <a:tabLst>
                <a:tab pos="0" algn="l"/>
              </a:tabLst>
            </a:pPr>
            <a:r>
              <a:rPr lang="es-ES" sz="1800" b="0" u="none" strike="noStrike">
                <a:solidFill>
                  <a:schemeClr val="dk1"/>
                </a:solidFill>
                <a:effectLst/>
                <a:uFillTx/>
                <a:latin typeface="Calibri"/>
              </a:rPr>
              <a:t>Pulse para editar el formato del texto de título</a:t>
            </a:r>
            <a:endParaRPr lang="es-E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lnSpcReduction="9999"/>
          </a:bodyPr>
          <a:lstStyle>
            <a:lvl1pPr algn="l">
              <a:lnSpc>
                <a:spcPct val="100000"/>
              </a:lnSpc>
              <a:spcBef>
                <a:spcPts val="1417"/>
              </a:spcBef>
              <a:buClr>
                <a:srgbClr val="FFFFFF"/>
              </a:buClr>
              <a:buSzPct val="45000"/>
              <a:buFont typeface="Wingdings" charset="2"/>
              <a:buChar char=""/>
              <a:defRPr lang="es-ES" sz="3200" b="0" u="none" strike="noStrike">
                <a:solidFill>
                  <a:schemeClr val="dk1"/>
                </a:solidFill>
                <a:effectLst/>
                <a:uFillTx/>
                <a:latin typeface="Calibri"/>
              </a:defRPr>
            </a:lvl1pPr>
            <a:lvl2pPr lvl="1" algn="l">
              <a:lnSpc>
                <a:spcPct val="100000"/>
              </a:lnSpc>
              <a:spcBef>
                <a:spcPts val="1134"/>
              </a:spcBef>
              <a:buClr>
                <a:srgbClr val="FFFFFF"/>
              </a:buClr>
              <a:buSzPct val="75000"/>
              <a:buFont typeface="Symbol" charset="2"/>
              <a:buChar char=""/>
              <a:defRPr lang="es-ES" sz="2400" b="0" u="none" strike="noStrike">
                <a:solidFill>
                  <a:schemeClr val="dk1"/>
                </a:solidFill>
                <a:effectLst/>
                <a:uFillTx/>
                <a:latin typeface="Calibri"/>
              </a:defRPr>
            </a:lvl2pPr>
            <a:lvl3pPr lvl="2" algn="l">
              <a:lnSpc>
                <a:spcPct val="100000"/>
              </a:lnSpc>
              <a:spcBef>
                <a:spcPts val="850"/>
              </a:spcBef>
              <a:buClr>
                <a:srgbClr val="FFFFFF"/>
              </a:buClr>
              <a:buSzPct val="45000"/>
              <a:buFont typeface="Wingdings" charset="2"/>
              <a:buChar char=""/>
              <a:defRPr lang="es-ES" sz="2000" b="0" u="none" strike="noStrike">
                <a:solidFill>
                  <a:schemeClr val="dk1"/>
                </a:solidFill>
                <a:effectLst/>
                <a:uFillTx/>
                <a:latin typeface="Calibri"/>
              </a:defRPr>
            </a:lvl3pPr>
            <a:lvl4pPr lvl="3" algn="l">
              <a:lnSpc>
                <a:spcPct val="100000"/>
              </a:lnSpc>
              <a:spcBef>
                <a:spcPts val="567"/>
              </a:spcBef>
              <a:buClr>
                <a:srgbClr val="FFFFFF"/>
              </a:buClr>
              <a:buSzPct val="75000"/>
              <a:buFont typeface="Symbol" charset="2"/>
              <a:buChar char=""/>
              <a:defRPr lang="es-ES" sz="2000" b="0" u="none" strike="noStrike">
                <a:solidFill>
                  <a:schemeClr val="dk1"/>
                </a:solidFill>
                <a:effectLst/>
                <a:uFillTx/>
                <a:latin typeface="Calibri"/>
              </a:defRPr>
            </a:lvl4pPr>
            <a:lvl5pPr lvl="4" algn="l">
              <a:lnSpc>
                <a:spcPct val="100000"/>
              </a:lnSpc>
              <a:spcBef>
                <a:spcPts val="283"/>
              </a:spcBef>
              <a:buClr>
                <a:srgbClr val="FFFFFF"/>
              </a:buClr>
              <a:buSzPct val="45000"/>
              <a:buFont typeface="Wingdings" charset="2"/>
              <a:buChar char=""/>
              <a:defRPr lang="es-ES" sz="2000" b="0" u="none" strike="noStrike">
                <a:solidFill>
                  <a:schemeClr val="dk1"/>
                </a:solidFill>
                <a:effectLst/>
                <a:uFillTx/>
                <a:latin typeface="Calibri"/>
              </a:defRPr>
            </a:lvl5pPr>
            <a:lvl6pPr lvl="5" algn="l">
              <a:lnSpc>
                <a:spcPct val="100000"/>
              </a:lnSpc>
              <a:spcBef>
                <a:spcPts val="283"/>
              </a:spcBef>
              <a:buClr>
                <a:srgbClr val="FFFFFF"/>
              </a:buClr>
              <a:buSzPct val="45000"/>
              <a:buFont typeface="Wingdings" charset="2"/>
              <a:buChar char=""/>
              <a:defRPr lang="es-ES" sz="2000" b="0" u="none" strike="noStrike">
                <a:solidFill>
                  <a:schemeClr val="dk1"/>
                </a:solidFill>
                <a:effectLst/>
                <a:uFillTx/>
                <a:latin typeface="Calibri"/>
              </a:defRPr>
            </a:lvl6pPr>
            <a:lvl7pPr lvl="6" algn="l">
              <a:lnSpc>
                <a:spcPct val="100000"/>
              </a:lnSpc>
              <a:spcBef>
                <a:spcPts val="283"/>
              </a:spcBef>
              <a:buClr>
                <a:srgbClr val="FFFFFF"/>
              </a:buClr>
              <a:buSzPct val="45000"/>
              <a:buFont typeface="Wingdings" charset="2"/>
              <a:buChar char=""/>
              <a:defRPr lang="es-ES" sz="2000" b="0" u="none" strike="noStrike">
                <a:solidFill>
                  <a:schemeClr val="dk1"/>
                </a:solidFill>
                <a:effectLst/>
                <a:uFillTx/>
                <a:latin typeface="Calibri"/>
              </a:defRPr>
            </a:lvl7pPr>
          </a:lstStyle>
          <a:p>
            <a:pPr marL="432000" indent="-324000" algn="l">
              <a:lnSpc>
                <a:spcPct val="100000"/>
              </a:lnSpc>
              <a:spcBef>
                <a:spcPts val="1417"/>
              </a:spcBef>
              <a:buClr>
                <a:srgbClr val="FFFFFF"/>
              </a:buClr>
              <a:buSzPct val="45000"/>
              <a:buFont typeface="Wingdings" charset="2"/>
              <a:buChar char=""/>
            </a:pPr>
            <a:r>
              <a:rPr lang="es-ES" sz="3200" b="0" u="none" strike="noStrike">
                <a:solidFill>
                  <a:schemeClr val="dk1"/>
                </a:solidFill>
                <a:effectLst/>
                <a:uFillTx/>
                <a:latin typeface="Calibri"/>
              </a:rPr>
              <a:t>Pulse para editar el formato de texto del esquema</a:t>
            </a:r>
            <a:endParaRPr lang="es-ES" sz="3200" b="0" u="none" strike="noStrike">
              <a:solidFill>
                <a:schemeClr val="dk1"/>
              </a:solidFill>
              <a:effectLst/>
              <a:uFillTx/>
              <a:latin typeface="Calibri"/>
            </a:endParaRPr>
          </a:p>
          <a:p>
            <a:pPr marL="864000" lvl="1" indent="-324000" algn="l">
              <a:lnSpc>
                <a:spcPct val="100000"/>
              </a:lnSpc>
              <a:spcBef>
                <a:spcPts val="1134"/>
              </a:spcBef>
              <a:buClr>
                <a:srgbClr val="FFFFFF"/>
              </a:buClr>
              <a:buSzPct val="75000"/>
              <a:buFont typeface="Symbol" charset="2"/>
              <a:buChar char=""/>
            </a:pPr>
            <a:r>
              <a:rPr lang="es-ES" sz="2400" b="0" u="none" strike="noStrike">
                <a:solidFill>
                  <a:schemeClr val="dk1"/>
                </a:solidFill>
                <a:effectLst/>
                <a:uFillTx/>
                <a:latin typeface="Calibri"/>
              </a:rPr>
              <a:t>Segundo nivel del esquema</a:t>
            </a:r>
            <a:endParaRPr lang="es-ES" sz="2400" b="0" u="none" strike="noStrike">
              <a:solidFill>
                <a:schemeClr val="dk1"/>
              </a:solidFill>
              <a:effectLst/>
              <a:uFillTx/>
              <a:latin typeface="Calibri"/>
            </a:endParaRPr>
          </a:p>
          <a:p>
            <a:pPr marL="1296000" lvl="2" indent="-288000" algn="l">
              <a:lnSpc>
                <a:spcPct val="100000"/>
              </a:lnSpc>
              <a:spcBef>
                <a:spcPts val="850"/>
              </a:spcBef>
              <a:buClr>
                <a:srgbClr val="FFFFFF"/>
              </a:buClr>
              <a:buSzPct val="45000"/>
              <a:buFont typeface="Wingdings" charset="2"/>
              <a:buChar char=""/>
            </a:pPr>
            <a:r>
              <a:rPr lang="es-ES" sz="2000" b="0" u="none" strike="noStrike">
                <a:solidFill>
                  <a:schemeClr val="dk1"/>
                </a:solidFill>
                <a:effectLst/>
                <a:uFillTx/>
                <a:latin typeface="Calibri"/>
              </a:rPr>
              <a:t>Tercer nivel del esquema</a:t>
            </a:r>
            <a:endParaRPr lang="es-ES" sz="2000" b="0" u="none" strike="noStrike">
              <a:solidFill>
                <a:schemeClr val="dk1"/>
              </a:solidFill>
              <a:effectLst/>
              <a:uFillTx/>
              <a:latin typeface="Calibri"/>
            </a:endParaRPr>
          </a:p>
          <a:p>
            <a:pPr marL="1728000" lvl="3" indent="-216000" algn="l">
              <a:lnSpc>
                <a:spcPct val="100000"/>
              </a:lnSpc>
              <a:spcBef>
                <a:spcPts val="567"/>
              </a:spcBef>
              <a:buClr>
                <a:srgbClr val="FFFFFF"/>
              </a:buClr>
              <a:buSzPct val="75000"/>
              <a:buFont typeface="Symbol" charset="2"/>
              <a:buChar char=""/>
            </a:pPr>
            <a:r>
              <a:rPr lang="es-ES" sz="2000" b="0" u="none" strike="noStrike">
                <a:solidFill>
                  <a:schemeClr val="dk1"/>
                </a:solidFill>
                <a:effectLst/>
                <a:uFillTx/>
                <a:latin typeface="Calibri"/>
              </a:rPr>
              <a:t>Cuarto nivel del esquema</a:t>
            </a:r>
            <a:endParaRPr lang="es-ES" sz="2000" b="0" u="none" strike="noStrike">
              <a:solidFill>
                <a:schemeClr val="dk1"/>
              </a:solidFill>
              <a:effectLst/>
              <a:uFillTx/>
              <a:latin typeface="Calibri"/>
            </a:endParaRPr>
          </a:p>
          <a:p>
            <a:pPr marL="2160000" lvl="4" indent="-216000" algn="l">
              <a:lnSpc>
                <a:spcPct val="100000"/>
              </a:lnSpc>
              <a:spcBef>
                <a:spcPts val="283"/>
              </a:spcBef>
              <a:buClr>
                <a:srgbClr val="FFFFFF"/>
              </a:buClr>
              <a:buSzPct val="45000"/>
              <a:buFont typeface="Wingdings" charset="2"/>
              <a:buChar char=""/>
            </a:pPr>
            <a:r>
              <a:rPr lang="es-ES" sz="2000" b="0" u="none" strike="noStrike">
                <a:solidFill>
                  <a:schemeClr val="dk1"/>
                </a:solidFill>
                <a:effectLst/>
                <a:uFillTx/>
                <a:latin typeface="Calibri"/>
              </a:rPr>
              <a:t>Quinto nivel del esquema</a:t>
            </a:r>
            <a:endParaRPr lang="es-ES" sz="2000" b="0" u="none" strike="noStrike">
              <a:solidFill>
                <a:schemeClr val="dk1"/>
              </a:solidFill>
              <a:effectLst/>
              <a:uFillTx/>
              <a:latin typeface="Calibri"/>
            </a:endParaRPr>
          </a:p>
          <a:p>
            <a:pPr marL="2592000" lvl="5" indent="-216000" algn="l">
              <a:lnSpc>
                <a:spcPct val="100000"/>
              </a:lnSpc>
              <a:spcBef>
                <a:spcPts val="283"/>
              </a:spcBef>
              <a:buClr>
                <a:srgbClr val="FFFFFF"/>
              </a:buClr>
              <a:buSzPct val="45000"/>
              <a:buFont typeface="Wingdings" charset="2"/>
              <a:buChar char=""/>
            </a:pPr>
            <a:r>
              <a:rPr lang="es-ES" sz="2000" b="0" u="none" strike="noStrike">
                <a:solidFill>
                  <a:schemeClr val="dk1"/>
                </a:solidFill>
                <a:effectLst/>
                <a:uFillTx/>
                <a:latin typeface="Calibri"/>
              </a:rPr>
              <a:t>Sexto nivel del esquema</a:t>
            </a:r>
            <a:endParaRPr lang="es-ES" sz="2000" b="0" u="none" strike="noStrike">
              <a:solidFill>
                <a:schemeClr val="dk1"/>
              </a:solidFill>
              <a:effectLst/>
              <a:uFillTx/>
              <a:latin typeface="Calibri"/>
            </a:endParaRPr>
          </a:p>
          <a:p>
            <a:pPr marL="3024000" lvl="6" indent="-216000" algn="l">
              <a:lnSpc>
                <a:spcPct val="100000"/>
              </a:lnSpc>
              <a:spcBef>
                <a:spcPts val="283"/>
              </a:spcBef>
              <a:buClr>
                <a:srgbClr val="FFFFFF"/>
              </a:buClr>
              <a:buSzPct val="45000"/>
              <a:buFont typeface="Wingdings" charset="2"/>
              <a:buChar char=""/>
            </a:pPr>
            <a:r>
              <a:rPr lang="es-ES" sz="2000" b="0" u="none" strike="noStrike">
                <a:solidFill>
                  <a:schemeClr val="dk1"/>
                </a:solidFill>
                <a:effectLst/>
                <a:uFillTx/>
                <a:latin typeface="Calibri"/>
              </a:rPr>
              <a:t>Séptimo nivel del esquema</a:t>
            </a:r>
            <a:endParaRPr lang="es-ES" sz="2000" b="0" u="none" strike="noStrike">
              <a:solidFill>
                <a:schemeClr val="dk1"/>
              </a:solidFill>
              <a:effectLst/>
              <a:uFillTx/>
              <a:latin typeface="Calibri"/>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UMICLAS_TITLE_ONLY">
    <p:bg>
      <p:bgPr>
        <a:solidFill>
          <a:srgbClr val="0F172A"/>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548640" y="365760"/>
            <a:ext cx="8046000" cy="730800"/>
          </a:xfrm>
          <a:prstGeom prst="rect">
            <a:avLst/>
          </a:prstGeom>
          <a:noFill/>
          <a:ln w="0">
            <a:noFill/>
          </a:ln>
        </p:spPr>
        <p:txBody>
          <a:bodyPr lIns="90000" tIns="45000" rIns="90000" bIns="45000" anchor="t">
            <a:noAutofit/>
          </a:bodyPr>
          <a:lstStyle>
            <a:lvl1pPr indent="0" algn="l">
              <a:lnSpc>
                <a:spcPct val="100000"/>
              </a:lnSpc>
              <a:buNone/>
              <a:tabLst>
                <a:tab pos="0" algn="l"/>
              </a:tabLst>
              <a:defRPr lang="es-ES" sz="3600" b="0" u="none" strike="noStrike">
                <a:solidFill>
                  <a:schemeClr val="dk1"/>
                </a:solidFill>
                <a:effectLst/>
                <a:uFillTx/>
                <a:latin typeface="Calibri"/>
              </a:defRPr>
            </a:lvl1pPr>
          </a:lstStyle>
          <a:p>
            <a:pPr indent="0" algn="l">
              <a:lnSpc>
                <a:spcPct val="100000"/>
              </a:lnSpc>
              <a:buNone/>
              <a:tabLst>
                <a:tab pos="0" algn="l"/>
              </a:tabLst>
            </a:pPr>
            <a:r>
              <a:rPr lang="es-ES" sz="3600" b="0" u="none" strike="noStrike">
                <a:solidFill>
                  <a:schemeClr val="dk1"/>
                </a:solidFill>
                <a:effectLst/>
                <a:uFillTx/>
                <a:latin typeface="Calibri"/>
              </a:rPr>
              <a:t>Pulse para editar el formato del texto de título</a:t>
            </a:r>
            <a:endParaRPr lang="es-ES" sz="3600" b="0" u="none" strike="noStrike">
              <a:solidFill>
                <a:schemeClr val="dk1"/>
              </a:solidFill>
              <a:effectLst/>
              <a:uFillTx/>
              <a:latin typeface="Calibri"/>
            </a:endParaRPr>
          </a:p>
        </p:txBody>
      </p:sp>
      <p:sp>
        <p:nvSpPr>
          <p:cNvPr id="5" name="PlaceHolder 2"/>
          <p:cNvSpPr>
            <a:spLocks noGrp="1"/>
          </p:cNvSpPr>
          <p:nvPr>
            <p:ph type="sldNum" idx="1"/>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22ED2BBA-AF46-4357-BD0A-6A31892619C4}"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pic>
        <p:nvPicPr>
          <p:cNvPr id="6" name="Logo SumiClas" descr="Logotipo de SumiClas"/>
          <p:cNvPicPr/>
          <p:nvPr/>
        </p:nvPicPr>
        <p:blipFill>
          <a:blip r:embed="rId2"/>
          <a:stretch/>
        </p:blipFill>
        <p:spPr>
          <a:xfrm>
            <a:off x="546120" y="4737240"/>
            <a:ext cx="304200" cy="244440"/>
          </a:xfrm>
          <a:prstGeom prst="rect">
            <a:avLst/>
          </a:prstGeom>
          <a:noFill/>
          <a:ln w="0">
            <a:noFill/>
          </a:ln>
        </p:spPr>
      </p:pic>
      <p:sp>
        <p:nvSpPr>
          <p:cNvPr id="7" name="Marca SumiClas"/>
          <p:cNvSpPr/>
          <p:nvPr/>
        </p:nvSpPr>
        <p:spPr>
          <a:xfrm>
            <a:off x="888840" y="4711680"/>
            <a:ext cx="734400" cy="183960"/>
          </a:xfrm>
          <a:prstGeom prst="rect">
            <a:avLst/>
          </a:prstGeom>
          <a:noFill/>
          <a:ln w="0">
            <a:noFill/>
          </a:ln>
        </p:spPr>
        <p:style>
          <a:lnRef idx="0"/>
          <a:fillRef idx="0"/>
          <a:effectRef idx="0"/>
          <a:fontRef idx="minor"/>
        </p:style>
        <p:txBody>
          <a:bodyPr wrap="none" lIns="0" tIns="0" rIns="90000" bIns="0" anchor="ctr">
            <a:spAutoFit/>
          </a:bodyPr>
          <a:p>
            <a:pPr defTabSz="914400">
              <a:lnSpc>
                <a:spcPct val="100000"/>
              </a:lnSpc>
            </a:pPr>
            <a:r>
              <a:rPr lang="es-ES" sz="1200" b="1" u="none" strike="noStrike">
                <a:solidFill>
                  <a:srgbClr val="F8FAFC"/>
                </a:solidFill>
                <a:effectLst/>
                <a:uFillTx/>
                <a:latin typeface="Cambria"/>
              </a:rPr>
              <a:t>Sumi</a:t>
            </a:r>
            <a:r>
              <a:rPr lang="es-ES" sz="1200" b="1" i="1" u="none" strike="noStrike">
                <a:solidFill>
                  <a:srgbClr val="00F090"/>
                </a:solidFill>
                <a:effectLst/>
                <a:uFillTx/>
                <a:latin typeface="Cambria"/>
              </a:rPr>
              <a:t>C</a:t>
            </a:r>
            <a:r>
              <a:rPr lang="es-ES" sz="1200" b="1" i="1" u="none" strike="noStrike">
                <a:solidFill>
                  <a:srgbClr val="7878D8"/>
                </a:solidFill>
                <a:effectLst/>
                <a:uFillTx/>
                <a:latin typeface="Cambria"/>
              </a:rPr>
              <a:t>l</a:t>
            </a:r>
            <a:r>
              <a:rPr lang="es-ES" sz="1200" b="1" i="1" u="none" strike="noStrike">
                <a:solidFill>
                  <a:srgbClr val="F03078"/>
                </a:solidFill>
                <a:effectLst/>
                <a:uFillTx/>
                <a:latin typeface="Cambria"/>
              </a:rPr>
              <a:t>a</a:t>
            </a:r>
            <a:r>
              <a:rPr lang="es-ES" sz="1200" b="1" i="1" u="none" strike="noStrike">
                <a:solidFill>
                  <a:srgbClr val="FFA830"/>
                </a:solidFill>
                <a:effectLst/>
                <a:uFillTx/>
                <a:latin typeface="Cambria"/>
              </a:rPr>
              <a:t>s</a:t>
            </a:r>
            <a:endParaRPr lang="es-ES" sz="1200" b="0" u="none" strike="noStrike">
              <a:solidFill>
                <a:srgbClr val="FFFFFF"/>
              </a:solidFill>
              <a:effectLst/>
              <a:uFillTx/>
              <a:latin typeface="Arial"/>
            </a:endParaRPr>
          </a:p>
        </p:txBody>
      </p:sp>
      <p:sp>
        <p:nvSpPr>
          <p:cNvPr id="8" name="PlaceHolder 3"/>
          <p:cNvSpPr>
            <a:spLocks noGrp="1"/>
          </p:cNvSpPr>
          <p:nvPr>
            <p:ph type="body"/>
          </p:nvPr>
        </p:nvSpPr>
        <p:spPr>
          <a:xfrm>
            <a:off x="457200" y="1203480"/>
            <a:ext cx="8228880" cy="2982600"/>
          </a:xfrm>
          <a:prstGeom prst="rect">
            <a:avLst/>
          </a:prstGeom>
          <a:noFill/>
          <a:ln w="0">
            <a:noFill/>
          </a:ln>
        </p:spPr>
        <p:txBody>
          <a:bodyPr lIns="0" tIns="0" rIns="0" bIns="0" anchor="t">
            <a:normAutofit lnSpcReduction="9999"/>
          </a:bodyPr>
          <a:lstStyle>
            <a:lvl1pPr algn="l">
              <a:lnSpc>
                <a:spcPct val="100000"/>
              </a:lnSpc>
              <a:spcBef>
                <a:spcPts val="1417"/>
              </a:spcBef>
              <a:buClr>
                <a:srgbClr val="FFFFFF"/>
              </a:buClr>
              <a:buSzPct val="45000"/>
              <a:buFont typeface="Wingdings" charset="2"/>
              <a:buChar char=""/>
              <a:defRPr lang="es-ES" sz="3200" b="0" u="none" strike="noStrike">
                <a:solidFill>
                  <a:schemeClr val="dk1"/>
                </a:solidFill>
                <a:effectLst/>
                <a:uFillTx/>
                <a:latin typeface="Calibri"/>
              </a:defRPr>
            </a:lvl1pPr>
            <a:lvl2pPr lvl="1" algn="l">
              <a:lnSpc>
                <a:spcPct val="100000"/>
              </a:lnSpc>
              <a:spcBef>
                <a:spcPts val="1134"/>
              </a:spcBef>
              <a:buClr>
                <a:srgbClr val="FFFFFF"/>
              </a:buClr>
              <a:buSzPct val="75000"/>
              <a:buFont typeface="Symbol" charset="2"/>
              <a:buChar char=""/>
              <a:defRPr lang="es-ES" sz="2400" b="0" u="none" strike="noStrike">
                <a:solidFill>
                  <a:schemeClr val="dk1"/>
                </a:solidFill>
                <a:effectLst/>
                <a:uFillTx/>
                <a:latin typeface="Calibri"/>
              </a:defRPr>
            </a:lvl2pPr>
            <a:lvl3pPr lvl="2" algn="l">
              <a:lnSpc>
                <a:spcPct val="100000"/>
              </a:lnSpc>
              <a:spcBef>
                <a:spcPts val="850"/>
              </a:spcBef>
              <a:buClr>
                <a:srgbClr val="FFFFFF"/>
              </a:buClr>
              <a:buSzPct val="45000"/>
              <a:buFont typeface="Wingdings" charset="2"/>
              <a:buChar char=""/>
              <a:defRPr lang="es-ES" sz="2000" b="0" u="none" strike="noStrike">
                <a:solidFill>
                  <a:schemeClr val="dk1"/>
                </a:solidFill>
                <a:effectLst/>
                <a:uFillTx/>
                <a:latin typeface="Calibri"/>
              </a:defRPr>
            </a:lvl3pPr>
            <a:lvl4pPr lvl="3" algn="l">
              <a:lnSpc>
                <a:spcPct val="100000"/>
              </a:lnSpc>
              <a:spcBef>
                <a:spcPts val="567"/>
              </a:spcBef>
              <a:buClr>
                <a:srgbClr val="FFFFFF"/>
              </a:buClr>
              <a:buSzPct val="75000"/>
              <a:buFont typeface="Symbol" charset="2"/>
              <a:buChar char=""/>
              <a:defRPr lang="es-ES" sz="2000" b="0" u="none" strike="noStrike">
                <a:solidFill>
                  <a:schemeClr val="dk1"/>
                </a:solidFill>
                <a:effectLst/>
                <a:uFillTx/>
                <a:latin typeface="Calibri"/>
              </a:defRPr>
            </a:lvl4pPr>
            <a:lvl5pPr lvl="4" algn="l">
              <a:lnSpc>
                <a:spcPct val="100000"/>
              </a:lnSpc>
              <a:spcBef>
                <a:spcPts val="283"/>
              </a:spcBef>
              <a:buClr>
                <a:srgbClr val="FFFFFF"/>
              </a:buClr>
              <a:buSzPct val="45000"/>
              <a:buFont typeface="Wingdings" charset="2"/>
              <a:buChar char=""/>
              <a:defRPr lang="es-ES" sz="2000" b="0" u="none" strike="noStrike">
                <a:solidFill>
                  <a:schemeClr val="dk1"/>
                </a:solidFill>
                <a:effectLst/>
                <a:uFillTx/>
                <a:latin typeface="Calibri"/>
              </a:defRPr>
            </a:lvl5pPr>
            <a:lvl6pPr lvl="5" algn="l">
              <a:lnSpc>
                <a:spcPct val="100000"/>
              </a:lnSpc>
              <a:spcBef>
                <a:spcPts val="283"/>
              </a:spcBef>
              <a:buClr>
                <a:srgbClr val="FFFFFF"/>
              </a:buClr>
              <a:buSzPct val="45000"/>
              <a:buFont typeface="Wingdings" charset="2"/>
              <a:buChar char=""/>
              <a:defRPr lang="es-ES" sz="2000" b="0" u="none" strike="noStrike">
                <a:solidFill>
                  <a:schemeClr val="dk1"/>
                </a:solidFill>
                <a:effectLst/>
                <a:uFillTx/>
                <a:latin typeface="Calibri"/>
              </a:defRPr>
            </a:lvl6pPr>
            <a:lvl7pPr lvl="6" algn="l">
              <a:lnSpc>
                <a:spcPct val="100000"/>
              </a:lnSpc>
              <a:spcBef>
                <a:spcPts val="283"/>
              </a:spcBef>
              <a:buClr>
                <a:srgbClr val="FFFFFF"/>
              </a:buClr>
              <a:buSzPct val="45000"/>
              <a:buFont typeface="Wingdings" charset="2"/>
              <a:buChar char=""/>
              <a:defRPr lang="es-ES" sz="2000" b="0" u="none" strike="noStrike">
                <a:solidFill>
                  <a:schemeClr val="dk1"/>
                </a:solidFill>
                <a:effectLst/>
                <a:uFillTx/>
                <a:latin typeface="Calibri"/>
              </a:defRPr>
            </a:lvl7pPr>
          </a:lstStyle>
          <a:p>
            <a:pPr marL="432000" indent="-324000" algn="l">
              <a:lnSpc>
                <a:spcPct val="100000"/>
              </a:lnSpc>
              <a:spcBef>
                <a:spcPts val="1417"/>
              </a:spcBef>
              <a:buClr>
                <a:srgbClr val="FFFFFF"/>
              </a:buClr>
              <a:buSzPct val="45000"/>
              <a:buFont typeface="Wingdings" charset="2"/>
              <a:buChar char=""/>
            </a:pPr>
            <a:r>
              <a:rPr lang="es-ES" sz="3200" b="0" u="none" strike="noStrike">
                <a:solidFill>
                  <a:schemeClr val="dk1"/>
                </a:solidFill>
                <a:effectLst/>
                <a:uFillTx/>
                <a:latin typeface="Calibri"/>
              </a:rPr>
              <a:t>Pulse para editar el formato de texto del esquema</a:t>
            </a:r>
            <a:endParaRPr lang="es-ES" sz="3200" b="0" u="none" strike="noStrike">
              <a:solidFill>
                <a:schemeClr val="dk1"/>
              </a:solidFill>
              <a:effectLst/>
              <a:uFillTx/>
              <a:latin typeface="Calibri"/>
            </a:endParaRPr>
          </a:p>
          <a:p>
            <a:pPr marL="864000" lvl="1" indent="-324000" algn="l">
              <a:lnSpc>
                <a:spcPct val="100000"/>
              </a:lnSpc>
              <a:spcBef>
                <a:spcPts val="1134"/>
              </a:spcBef>
              <a:buClr>
                <a:srgbClr val="FFFFFF"/>
              </a:buClr>
              <a:buSzPct val="75000"/>
              <a:buFont typeface="Symbol" charset="2"/>
              <a:buChar char=""/>
            </a:pPr>
            <a:r>
              <a:rPr lang="es-ES" sz="2400" b="0" u="none" strike="noStrike">
                <a:solidFill>
                  <a:schemeClr val="dk1"/>
                </a:solidFill>
                <a:effectLst/>
                <a:uFillTx/>
                <a:latin typeface="Calibri"/>
              </a:rPr>
              <a:t>Segundo nivel del esquema</a:t>
            </a:r>
            <a:endParaRPr lang="es-ES" sz="2400" b="0" u="none" strike="noStrike">
              <a:solidFill>
                <a:schemeClr val="dk1"/>
              </a:solidFill>
              <a:effectLst/>
              <a:uFillTx/>
              <a:latin typeface="Calibri"/>
            </a:endParaRPr>
          </a:p>
          <a:p>
            <a:pPr marL="1296000" lvl="2" indent="-288000" algn="l">
              <a:lnSpc>
                <a:spcPct val="100000"/>
              </a:lnSpc>
              <a:spcBef>
                <a:spcPts val="850"/>
              </a:spcBef>
              <a:buClr>
                <a:srgbClr val="FFFFFF"/>
              </a:buClr>
              <a:buSzPct val="45000"/>
              <a:buFont typeface="Wingdings" charset="2"/>
              <a:buChar char=""/>
            </a:pPr>
            <a:r>
              <a:rPr lang="es-ES" sz="2000" b="0" u="none" strike="noStrike">
                <a:solidFill>
                  <a:schemeClr val="dk1"/>
                </a:solidFill>
                <a:effectLst/>
                <a:uFillTx/>
                <a:latin typeface="Calibri"/>
              </a:rPr>
              <a:t>Tercer nivel del esquema</a:t>
            </a:r>
            <a:endParaRPr lang="es-ES" sz="2000" b="0" u="none" strike="noStrike">
              <a:solidFill>
                <a:schemeClr val="dk1"/>
              </a:solidFill>
              <a:effectLst/>
              <a:uFillTx/>
              <a:latin typeface="Calibri"/>
            </a:endParaRPr>
          </a:p>
          <a:p>
            <a:pPr marL="1728000" lvl="3" indent="-216000" algn="l">
              <a:lnSpc>
                <a:spcPct val="100000"/>
              </a:lnSpc>
              <a:spcBef>
                <a:spcPts val="567"/>
              </a:spcBef>
              <a:buClr>
                <a:srgbClr val="FFFFFF"/>
              </a:buClr>
              <a:buSzPct val="75000"/>
              <a:buFont typeface="Symbol" charset="2"/>
              <a:buChar char=""/>
            </a:pPr>
            <a:r>
              <a:rPr lang="es-ES" sz="2000" b="0" u="none" strike="noStrike">
                <a:solidFill>
                  <a:schemeClr val="dk1"/>
                </a:solidFill>
                <a:effectLst/>
                <a:uFillTx/>
                <a:latin typeface="Calibri"/>
              </a:rPr>
              <a:t>Cuarto nivel del esquema</a:t>
            </a:r>
            <a:endParaRPr lang="es-ES" sz="2000" b="0" u="none" strike="noStrike">
              <a:solidFill>
                <a:schemeClr val="dk1"/>
              </a:solidFill>
              <a:effectLst/>
              <a:uFillTx/>
              <a:latin typeface="Calibri"/>
            </a:endParaRPr>
          </a:p>
          <a:p>
            <a:pPr marL="2160000" lvl="4" indent="-216000" algn="l">
              <a:lnSpc>
                <a:spcPct val="100000"/>
              </a:lnSpc>
              <a:spcBef>
                <a:spcPts val="283"/>
              </a:spcBef>
              <a:buClr>
                <a:srgbClr val="FFFFFF"/>
              </a:buClr>
              <a:buSzPct val="45000"/>
              <a:buFont typeface="Wingdings" charset="2"/>
              <a:buChar char=""/>
            </a:pPr>
            <a:r>
              <a:rPr lang="es-ES" sz="2000" b="0" u="none" strike="noStrike">
                <a:solidFill>
                  <a:schemeClr val="dk1"/>
                </a:solidFill>
                <a:effectLst/>
                <a:uFillTx/>
                <a:latin typeface="Calibri"/>
              </a:rPr>
              <a:t>Quinto nivel del esquema</a:t>
            </a:r>
            <a:endParaRPr lang="es-ES" sz="2000" b="0" u="none" strike="noStrike">
              <a:solidFill>
                <a:schemeClr val="dk1"/>
              </a:solidFill>
              <a:effectLst/>
              <a:uFillTx/>
              <a:latin typeface="Calibri"/>
            </a:endParaRPr>
          </a:p>
          <a:p>
            <a:pPr marL="2592000" lvl="5" indent="-216000" algn="l">
              <a:lnSpc>
                <a:spcPct val="100000"/>
              </a:lnSpc>
              <a:spcBef>
                <a:spcPts val="283"/>
              </a:spcBef>
              <a:buClr>
                <a:srgbClr val="FFFFFF"/>
              </a:buClr>
              <a:buSzPct val="45000"/>
              <a:buFont typeface="Wingdings" charset="2"/>
              <a:buChar char=""/>
            </a:pPr>
            <a:r>
              <a:rPr lang="es-ES" sz="2000" b="0" u="none" strike="noStrike">
                <a:solidFill>
                  <a:schemeClr val="dk1"/>
                </a:solidFill>
                <a:effectLst/>
                <a:uFillTx/>
                <a:latin typeface="Calibri"/>
              </a:rPr>
              <a:t>Sexto nivel del esquema</a:t>
            </a:r>
            <a:endParaRPr lang="es-ES" sz="2000" b="0" u="none" strike="noStrike">
              <a:solidFill>
                <a:schemeClr val="dk1"/>
              </a:solidFill>
              <a:effectLst/>
              <a:uFillTx/>
              <a:latin typeface="Calibri"/>
            </a:endParaRPr>
          </a:p>
          <a:p>
            <a:pPr marL="3024000" lvl="6" indent="-216000" algn="l">
              <a:lnSpc>
                <a:spcPct val="100000"/>
              </a:lnSpc>
              <a:spcBef>
                <a:spcPts val="283"/>
              </a:spcBef>
              <a:buClr>
                <a:srgbClr val="FFFFFF"/>
              </a:buClr>
              <a:buSzPct val="45000"/>
              <a:buFont typeface="Wingdings" charset="2"/>
              <a:buChar char=""/>
            </a:pPr>
            <a:r>
              <a:rPr lang="es-ES" sz="2000" b="0" u="none" strike="noStrike">
                <a:solidFill>
                  <a:schemeClr val="dk1"/>
                </a:solidFill>
                <a:effectLst/>
                <a:uFillTx/>
                <a:latin typeface="Calibri"/>
              </a:rPr>
              <a:t>Séptimo nivel del esquema</a:t>
            </a:r>
            <a:endParaRPr lang="es-ES" sz="2000" b="0" u="none" strike="noStrike">
              <a:solidFill>
                <a:schemeClr val="dk1"/>
              </a:solidFill>
              <a:effectLst/>
              <a:uFillTx/>
              <a:latin typeface="Calibri"/>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slideLayout" Target="../slideLayouts/slideLayout2.xml"/><Relationship Id="rId7"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slideLayout" Target="../slideLayouts/slideLayout3.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3.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0.png"/><Relationship Id="rId7" Type="http://schemas.openxmlformats.org/officeDocument/2006/relationships/slideLayout" Target="../slideLayouts/slideLayout3.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3.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3.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3.png"/><Relationship Id="rId6" Type="http://schemas.openxmlformats.org/officeDocument/2006/relationships/image" Target="../media/image24.svg"/><Relationship Id="rId7" Type="http://schemas.openxmlformats.org/officeDocument/2006/relationships/image" Target="../media/image25.png"/><Relationship Id="rId8" Type="http://schemas.openxmlformats.org/officeDocument/2006/relationships/image" Target="../media/image26.svg"/><Relationship Id="rId9" Type="http://schemas.openxmlformats.org/officeDocument/2006/relationships/image" Target="../media/image27.png"/><Relationship Id="rId10" Type="http://schemas.openxmlformats.org/officeDocument/2006/relationships/image" Target="../media/image28.svg"/><Relationship Id="rId11" Type="http://schemas.openxmlformats.org/officeDocument/2006/relationships/image" Target="../media/image29.png"/><Relationship Id="rId12" Type="http://schemas.openxmlformats.org/officeDocument/2006/relationships/image" Target="../media/image30.svg"/><Relationship Id="rId13" Type="http://schemas.openxmlformats.org/officeDocument/2006/relationships/slideLayout" Target="../slideLayouts/slideLayout3.xml"/><Relationship Id="rId1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15.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slideLayout" Target="../slideLayouts/slideLayout3.xml"/><Relationship Id="rId8"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slideLayout" Target="../slideLayouts/slideLayout3.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slideLayout" Target="../slideLayouts/slideLayout3.xml"/><Relationship Id="rId6"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svg"/><Relationship Id="rId8" Type="http://schemas.openxmlformats.org/officeDocument/2006/relationships/slideLayout" Target="../slideLayouts/slideLayout3.xml"/><Relationship Id="rId9"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slideLayout" Target="../slideLayouts/slideLayout2.xml"/><Relationship Id="rId6"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Mancha rosa"/>
          <p:cNvSpPr/>
          <p:nvPr/>
        </p:nvSpPr>
        <p:spPr>
          <a:xfrm>
            <a:off x="6035040" y="-1371600"/>
            <a:ext cx="4205520" cy="4205520"/>
          </a:xfrm>
          <a:prstGeom prst="ellipse">
            <a:avLst/>
          </a:prstGeom>
          <a:solidFill>
            <a:schemeClr val="accent2">
              <a:alpha val="16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16" name="Mancha azul"/>
          <p:cNvSpPr/>
          <p:nvPr/>
        </p:nvSpPr>
        <p:spPr>
          <a:xfrm>
            <a:off x="-1280160" y="3200400"/>
            <a:ext cx="4022640" cy="4022640"/>
          </a:xfrm>
          <a:prstGeom prst="ellipse">
            <a:avLst/>
          </a:prstGeom>
          <a:solidFill>
            <a:schemeClr val="accent1">
              <a:alpha val="16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17" name="Mancha violeta"/>
          <p:cNvSpPr/>
          <p:nvPr/>
        </p:nvSpPr>
        <p:spPr>
          <a:xfrm>
            <a:off x="4206240" y="3931920"/>
            <a:ext cx="2010960" cy="2010960"/>
          </a:xfrm>
          <a:prstGeom prst="ellipse">
            <a:avLst/>
          </a:prstGeom>
          <a:solidFill>
            <a:schemeClr val="accent4">
              <a:alpha val="14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18" name="Nombre del proyecto"/>
          <p:cNvSpPr/>
          <p:nvPr/>
        </p:nvSpPr>
        <p:spPr>
          <a:xfrm>
            <a:off x="548640" y="1234440"/>
            <a:ext cx="4937040" cy="1096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400" b="1" u="none" strike="noStrike">
                <a:solidFill>
                  <a:schemeClr val="dk1"/>
                </a:solidFill>
                <a:effectLst/>
                <a:uFillTx/>
                <a:latin typeface="Cambria"/>
                <a:ea typeface="Cambria"/>
              </a:rPr>
              <a:t>Sumi</a:t>
            </a:r>
            <a:r>
              <a:rPr lang="en-US" sz="6400" b="1" i="1" u="none" strike="noStrike">
                <a:solidFill>
                  <a:srgbClr val="00F090"/>
                </a:solidFill>
                <a:effectLst/>
                <a:uFillTx/>
                <a:latin typeface="Cambria"/>
                <a:ea typeface="Cambria"/>
              </a:rPr>
              <a:t>C</a:t>
            </a:r>
            <a:r>
              <a:rPr lang="en-US" sz="6400" b="1" i="1" u="none" strike="noStrike">
                <a:solidFill>
                  <a:srgbClr val="7878D8"/>
                </a:solidFill>
                <a:effectLst/>
                <a:uFillTx/>
                <a:latin typeface="Cambria"/>
                <a:ea typeface="Cambria"/>
              </a:rPr>
              <a:t>l</a:t>
            </a:r>
            <a:r>
              <a:rPr lang="en-US" sz="6400" b="1" i="1" u="none" strike="noStrike">
                <a:solidFill>
                  <a:srgbClr val="F03078"/>
                </a:solidFill>
                <a:effectLst/>
                <a:uFillTx/>
                <a:latin typeface="Cambria"/>
                <a:ea typeface="Cambria"/>
              </a:rPr>
              <a:t>a</a:t>
            </a:r>
            <a:r>
              <a:rPr lang="en-US" sz="6400" b="1" i="1" u="none" strike="noStrike">
                <a:solidFill>
                  <a:srgbClr val="FFA830"/>
                </a:solidFill>
                <a:effectLst/>
                <a:uFillTx/>
                <a:latin typeface="Cambria"/>
                <a:ea typeface="Cambria"/>
              </a:rPr>
              <a:t>s</a:t>
            </a:r>
            <a:endParaRPr lang="es-ES" sz="6400" b="0" u="none" strike="noStrike">
              <a:solidFill>
                <a:srgbClr val="FFFFFF"/>
              </a:solidFill>
              <a:effectLst/>
              <a:uFillTx/>
              <a:latin typeface="Arial"/>
            </a:endParaRPr>
          </a:p>
        </p:txBody>
      </p:sp>
      <p:sp>
        <p:nvSpPr>
          <p:cNvPr id="19" name="Lema"/>
          <p:cNvSpPr/>
          <p:nvPr/>
        </p:nvSpPr>
        <p:spPr>
          <a:xfrm>
            <a:off x="548640" y="2423160"/>
            <a:ext cx="4754160" cy="456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u="none" strike="noStrike">
                <a:solidFill>
                  <a:schemeClr val="dk2"/>
                </a:solidFill>
                <a:effectLst/>
                <a:uFillTx/>
                <a:latin typeface="Calibri"/>
              </a:rPr>
              <a:t>Tu clase, en un solo sitio</a:t>
            </a:r>
            <a:endParaRPr lang="es-ES" sz="2400" b="0" u="none" strike="noStrike">
              <a:solidFill>
                <a:srgbClr val="FFFFFF"/>
              </a:solidFill>
              <a:effectLst/>
              <a:uFillTx/>
              <a:latin typeface="Arial"/>
            </a:endParaRPr>
          </a:p>
        </p:txBody>
      </p:sp>
      <p:sp>
        <p:nvSpPr>
          <p:cNvPr id="20" name="Autora"/>
          <p:cNvSpPr/>
          <p:nvPr/>
        </p:nvSpPr>
        <p:spPr>
          <a:xfrm>
            <a:off x="548640" y="4069080"/>
            <a:ext cx="4937040" cy="319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94A3B8"/>
                </a:solidFill>
                <a:effectLst/>
                <a:uFillTx/>
                <a:latin typeface="Calibri"/>
              </a:rPr>
              <a:t>Ana Fernández Muñoz · Trabajo fin de máster · 2026</a:t>
            </a:r>
            <a:endParaRPr lang="es-ES" sz="1400" b="0" u="none" strike="noStrike">
              <a:solidFill>
                <a:srgbClr val="FFFFFF"/>
              </a:solidFill>
              <a:effectLst/>
              <a:uFillTx/>
              <a:latin typeface="Arial"/>
            </a:endParaRPr>
          </a:p>
        </p:txBody>
      </p:sp>
      <p:sp>
        <p:nvSpPr>
          <p:cNvPr id="21" name="Tarjeta decorativa LuBell"/>
          <p:cNvSpPr/>
          <p:nvPr/>
        </p:nvSpPr>
        <p:spPr>
          <a:xfrm rot="21240000">
            <a:off x="5806440" y="868680"/>
            <a:ext cx="1325160" cy="1325160"/>
          </a:xfrm>
          <a:prstGeom prst="roundRect">
            <a:avLst>
              <a:gd name="adj" fmla="val 1931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2" name="Icono LuBell (fondo)"/>
          <p:cNvSpPr/>
          <p:nvPr/>
        </p:nvSpPr>
        <p:spPr>
          <a:xfrm>
            <a:off x="6080760" y="1143000"/>
            <a:ext cx="776520" cy="776520"/>
          </a:xfrm>
          <a:prstGeom prst="ellipse">
            <a:avLst/>
          </a:prstGeom>
          <a:solidFill>
            <a:schemeClr val="accent2">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3" name="Icono LuBell" descr="Icono LuBell"/>
          <p:cNvPicPr/>
          <p:nvPr/>
        </p:nvPicPr>
        <p:blipFill>
          <a:blip r:embed="rId1"/>
          <a:stretch/>
        </p:blipFill>
        <p:spPr>
          <a:xfrm>
            <a:off x="6275160" y="1337400"/>
            <a:ext cx="388080" cy="388080"/>
          </a:xfrm>
          <a:prstGeom prst="rect">
            <a:avLst/>
          </a:prstGeom>
          <a:noFill/>
          <a:ln w="0">
            <a:noFill/>
          </a:ln>
        </p:spPr>
      </p:pic>
      <p:sp>
        <p:nvSpPr>
          <p:cNvPr id="24" name="Tarjeta decorativa LuCalendarDays"/>
          <p:cNvSpPr/>
          <p:nvPr/>
        </p:nvSpPr>
        <p:spPr>
          <a:xfrm rot="300000">
            <a:off x="7269120" y="1417320"/>
            <a:ext cx="1325160" cy="1325160"/>
          </a:xfrm>
          <a:prstGeom prst="roundRect">
            <a:avLst>
              <a:gd name="adj" fmla="val 1931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5" name="Icono LuCalendarDays (fondo)"/>
          <p:cNvSpPr/>
          <p:nvPr/>
        </p:nvSpPr>
        <p:spPr>
          <a:xfrm>
            <a:off x="7543800" y="1691640"/>
            <a:ext cx="776520" cy="776520"/>
          </a:xfrm>
          <a:prstGeom prst="ellipse">
            <a:avLst/>
          </a:prstGeom>
          <a:solidFill>
            <a:schemeClr val="accent4">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6" name="Icono LuCalendarDays" descr="Icono LuCalendarDays"/>
          <p:cNvPicPr/>
          <p:nvPr/>
        </p:nvPicPr>
        <p:blipFill>
          <a:blip r:embed="rId2"/>
          <a:stretch/>
        </p:blipFill>
        <p:spPr>
          <a:xfrm>
            <a:off x="7738200" y="1886040"/>
            <a:ext cx="388080" cy="388080"/>
          </a:xfrm>
          <a:prstGeom prst="rect">
            <a:avLst/>
          </a:prstGeom>
          <a:noFill/>
          <a:ln w="0">
            <a:noFill/>
          </a:ln>
        </p:spPr>
      </p:pic>
      <p:sp>
        <p:nvSpPr>
          <p:cNvPr id="27" name="Tarjeta decorativa LuBookOpen"/>
          <p:cNvSpPr/>
          <p:nvPr/>
        </p:nvSpPr>
        <p:spPr>
          <a:xfrm rot="240000">
            <a:off x="5577840" y="2513880"/>
            <a:ext cx="1325160" cy="1325160"/>
          </a:xfrm>
          <a:prstGeom prst="roundRect">
            <a:avLst>
              <a:gd name="adj" fmla="val 1931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8" name="Icono LuBookOpen (fondo)"/>
          <p:cNvSpPr/>
          <p:nvPr/>
        </p:nvSpPr>
        <p:spPr>
          <a:xfrm>
            <a:off x="5852160" y="2788920"/>
            <a:ext cx="776520" cy="776520"/>
          </a:xfrm>
          <a:prstGeom prst="ellipse">
            <a:avLst/>
          </a:prstGeom>
          <a:solidFill>
            <a:schemeClr val="accent3">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9" name="Icono LuBookOpen" descr="Icono LuBookOpen"/>
          <p:cNvPicPr/>
          <p:nvPr/>
        </p:nvPicPr>
        <p:blipFill>
          <a:blip r:embed="rId3"/>
          <a:stretch/>
        </p:blipFill>
        <p:spPr>
          <a:xfrm>
            <a:off x="6046560" y="2983320"/>
            <a:ext cx="388080" cy="388080"/>
          </a:xfrm>
          <a:prstGeom prst="rect">
            <a:avLst/>
          </a:prstGeom>
          <a:noFill/>
          <a:ln w="0">
            <a:noFill/>
          </a:ln>
        </p:spPr>
      </p:pic>
      <p:sp>
        <p:nvSpPr>
          <p:cNvPr id="30" name="Tarjeta decorativa LuWallet"/>
          <p:cNvSpPr/>
          <p:nvPr/>
        </p:nvSpPr>
        <p:spPr>
          <a:xfrm rot="21300000">
            <a:off x="7040880" y="3062880"/>
            <a:ext cx="1325160" cy="1325160"/>
          </a:xfrm>
          <a:prstGeom prst="roundRect">
            <a:avLst>
              <a:gd name="adj" fmla="val 1931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1" name="Icono LuWallet (fondo)"/>
          <p:cNvSpPr/>
          <p:nvPr/>
        </p:nvSpPr>
        <p:spPr>
          <a:xfrm>
            <a:off x="7315200" y="3337560"/>
            <a:ext cx="776520" cy="776520"/>
          </a:xfrm>
          <a:prstGeom prst="ellipse">
            <a:avLst/>
          </a:prstGeom>
          <a:solidFill>
            <a:schemeClr val="accent5">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32" name="Icono LuWallet" descr="Icono LuWallet"/>
          <p:cNvPicPr/>
          <p:nvPr/>
        </p:nvPicPr>
        <p:blipFill>
          <a:blip r:embed="rId4"/>
          <a:stretch/>
        </p:blipFill>
        <p:spPr>
          <a:xfrm>
            <a:off x="7509600" y="3531960"/>
            <a:ext cx="388080" cy="388080"/>
          </a:xfrm>
          <a:prstGeom prst="rect">
            <a:avLst/>
          </a:prstGeom>
          <a:noFill/>
          <a:ln w="0">
            <a:noFill/>
          </a:ln>
        </p:spPr>
      </p:pic>
      <p:pic>
        <p:nvPicPr>
          <p:cNvPr id="33" name="Logotipo SumiClas" descr="Logotipo de SumiClas: un libro abierto con una nube de colores"/>
          <p:cNvPicPr/>
          <p:nvPr/>
        </p:nvPicPr>
        <p:blipFill>
          <a:blip r:embed="rId5"/>
          <a:stretch/>
        </p:blipFill>
        <p:spPr>
          <a:xfrm>
            <a:off x="546120" y="279360"/>
            <a:ext cx="1142280" cy="9187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Mancha rosa"/>
          <p:cNvSpPr/>
          <p:nvPr/>
        </p:nvSpPr>
        <p:spPr>
          <a:xfrm>
            <a:off x="6766560" y="2743200"/>
            <a:ext cx="3291120" cy="3291120"/>
          </a:xfrm>
          <a:prstGeom prst="ellipse">
            <a:avLst/>
          </a:prstGeom>
          <a:solidFill>
            <a:schemeClr val="accent2">
              <a:alpha val="1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35"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Cambria"/>
              </a:rPr>
              <a:t>¿Te suena el grupo de WhatsApp?</a:t>
            </a:r>
            <a:endParaRPr lang="es-ES" sz="3600" b="0" u="none" strike="noStrike">
              <a:solidFill>
                <a:schemeClr val="dk1"/>
              </a:solidFill>
              <a:effectLst/>
              <a:uFillTx/>
              <a:latin typeface="Calibri"/>
            </a:endParaRPr>
          </a:p>
        </p:txBody>
      </p:sp>
      <p:sp>
        <p:nvSpPr>
          <p:cNvPr id="36" name="Burbuja M"/>
          <p:cNvSpPr/>
          <p:nvPr/>
        </p:nvSpPr>
        <p:spPr>
          <a:xfrm>
            <a:off x="548640" y="1417320"/>
            <a:ext cx="4479840" cy="730800"/>
          </a:xfrm>
          <a:prstGeom prst="roundRect">
            <a:avLst>
              <a:gd name="adj" fmla="val 5000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7" name="Avatar M"/>
          <p:cNvSpPr/>
          <p:nvPr/>
        </p:nvSpPr>
        <p:spPr>
          <a:xfrm>
            <a:off x="694800" y="1563480"/>
            <a:ext cx="438120" cy="438120"/>
          </a:xfrm>
          <a:prstGeom prst="ellipse">
            <a:avLst/>
          </a:prstGeom>
          <a:solidFill>
            <a:schemeClr val="accent4">
              <a:alpha val="30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38" name="Inicial M"/>
          <p:cNvSpPr/>
          <p:nvPr/>
        </p:nvSpPr>
        <p:spPr>
          <a:xfrm>
            <a:off x="694800" y="1563480"/>
            <a:ext cx="438120" cy="438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dk1"/>
                </a:solidFill>
                <a:effectLst/>
                <a:uFillTx/>
                <a:latin typeface="Calibri"/>
              </a:rPr>
              <a:t>M</a:t>
            </a:r>
            <a:endParaRPr lang="es-ES" sz="1600" b="0" u="none" strike="noStrike">
              <a:solidFill>
                <a:srgbClr val="FFFFFF"/>
              </a:solidFill>
              <a:effectLst/>
              <a:uFillTx/>
              <a:latin typeface="Arial"/>
            </a:endParaRPr>
          </a:p>
        </p:txBody>
      </p:sp>
      <p:sp>
        <p:nvSpPr>
          <p:cNvPr id="39" name="Mensaje M"/>
          <p:cNvSpPr/>
          <p:nvPr/>
        </p:nvSpPr>
        <p:spPr>
          <a:xfrm>
            <a:off x="1298520" y="1417320"/>
            <a:ext cx="3565440" cy="730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¿A qué hora era la excursión?</a:t>
            </a:r>
            <a:endParaRPr lang="es-ES" sz="1600" b="0" u="none" strike="noStrike">
              <a:solidFill>
                <a:srgbClr val="FFFFFF"/>
              </a:solidFill>
              <a:effectLst/>
              <a:uFillTx/>
              <a:latin typeface="Arial"/>
            </a:endParaRPr>
          </a:p>
        </p:txBody>
      </p:sp>
      <p:sp>
        <p:nvSpPr>
          <p:cNvPr id="40" name="Burbuja P"/>
          <p:cNvSpPr/>
          <p:nvPr/>
        </p:nvSpPr>
        <p:spPr>
          <a:xfrm>
            <a:off x="1188720" y="2423160"/>
            <a:ext cx="4479840" cy="730800"/>
          </a:xfrm>
          <a:prstGeom prst="roundRect">
            <a:avLst>
              <a:gd name="adj" fmla="val 5000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41" name="Avatar P"/>
          <p:cNvSpPr/>
          <p:nvPr/>
        </p:nvSpPr>
        <p:spPr>
          <a:xfrm>
            <a:off x="1334880" y="2569320"/>
            <a:ext cx="438120" cy="438120"/>
          </a:xfrm>
          <a:prstGeom prst="ellipse">
            <a:avLst/>
          </a:prstGeom>
          <a:solidFill>
            <a:schemeClr val="accent3">
              <a:alpha val="30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42" name="Inicial P"/>
          <p:cNvSpPr/>
          <p:nvPr/>
        </p:nvSpPr>
        <p:spPr>
          <a:xfrm>
            <a:off x="1334880" y="2569320"/>
            <a:ext cx="438120" cy="438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dk1"/>
                </a:solidFill>
                <a:effectLst/>
                <a:uFillTx/>
                <a:latin typeface="Calibri"/>
              </a:rPr>
              <a:t>P</a:t>
            </a:r>
            <a:endParaRPr lang="es-ES" sz="1600" b="0" u="none" strike="noStrike">
              <a:solidFill>
                <a:srgbClr val="FFFFFF"/>
              </a:solidFill>
              <a:effectLst/>
              <a:uFillTx/>
              <a:latin typeface="Arial"/>
            </a:endParaRPr>
          </a:p>
        </p:txBody>
      </p:sp>
      <p:sp>
        <p:nvSpPr>
          <p:cNvPr id="43" name="Mensaje P"/>
          <p:cNvSpPr/>
          <p:nvPr/>
        </p:nvSpPr>
        <p:spPr>
          <a:xfrm>
            <a:off x="1938600" y="2423160"/>
            <a:ext cx="3565440" cy="730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¿Quién ha pagado ya el regalo?</a:t>
            </a:r>
            <a:endParaRPr lang="es-ES" sz="1600" b="0" u="none" strike="noStrike">
              <a:solidFill>
                <a:srgbClr val="FFFFFF"/>
              </a:solidFill>
              <a:effectLst/>
              <a:uFillTx/>
              <a:latin typeface="Arial"/>
            </a:endParaRPr>
          </a:p>
        </p:txBody>
      </p:sp>
      <p:sp>
        <p:nvSpPr>
          <p:cNvPr id="44" name="Burbuja L"/>
          <p:cNvSpPr/>
          <p:nvPr/>
        </p:nvSpPr>
        <p:spPr>
          <a:xfrm>
            <a:off x="548640" y="3429000"/>
            <a:ext cx="4479840" cy="730800"/>
          </a:xfrm>
          <a:prstGeom prst="roundRect">
            <a:avLst>
              <a:gd name="adj" fmla="val 5000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45" name="Avatar L"/>
          <p:cNvSpPr/>
          <p:nvPr/>
        </p:nvSpPr>
        <p:spPr>
          <a:xfrm>
            <a:off x="694800" y="3575160"/>
            <a:ext cx="438120" cy="438120"/>
          </a:xfrm>
          <a:prstGeom prst="ellipse">
            <a:avLst/>
          </a:prstGeom>
          <a:solidFill>
            <a:schemeClr val="accent5">
              <a:alpha val="30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46" name="Inicial L"/>
          <p:cNvSpPr/>
          <p:nvPr/>
        </p:nvSpPr>
        <p:spPr>
          <a:xfrm>
            <a:off x="694800" y="3575160"/>
            <a:ext cx="438120" cy="438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dk1"/>
                </a:solidFill>
                <a:effectLst/>
                <a:uFillTx/>
                <a:latin typeface="Calibri"/>
              </a:rPr>
              <a:t>L</a:t>
            </a:r>
            <a:endParaRPr lang="es-ES" sz="1600" b="0" u="none" strike="noStrike">
              <a:solidFill>
                <a:srgbClr val="FFFFFF"/>
              </a:solidFill>
              <a:effectLst/>
              <a:uFillTx/>
              <a:latin typeface="Arial"/>
            </a:endParaRPr>
          </a:p>
        </p:txBody>
      </p:sp>
      <p:sp>
        <p:nvSpPr>
          <p:cNvPr id="47" name="Mensaje L"/>
          <p:cNvSpPr/>
          <p:nvPr/>
        </p:nvSpPr>
        <p:spPr>
          <a:xfrm>
            <a:off x="1298520" y="3429000"/>
            <a:ext cx="3565440" cy="730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¿Alguien ha visto una chaqueta azul?</a:t>
            </a:r>
            <a:endParaRPr lang="es-ES" sz="1600" b="0" u="none" strike="noStrike">
              <a:solidFill>
                <a:srgbClr val="FFFFFF"/>
              </a:solidFill>
              <a:effectLst/>
              <a:uFillTx/>
              <a:latin typeface="Arial"/>
            </a:endParaRPr>
          </a:p>
        </p:txBody>
      </p:sp>
      <p:sp>
        <p:nvSpPr>
          <p:cNvPr id="48" name="Insignia de notificaciones"/>
          <p:cNvSpPr/>
          <p:nvPr/>
        </p:nvSpPr>
        <p:spPr>
          <a:xfrm>
            <a:off x="6583680" y="1554480"/>
            <a:ext cx="1005120" cy="1005120"/>
          </a:xfrm>
          <a:prstGeom prst="ellipse">
            <a:avLst/>
          </a:prstGeom>
          <a:solidFill>
            <a:schemeClr val="accent2">
              <a:alpha val="85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49" name="Notificaciones sin leer"/>
          <p:cNvSpPr/>
          <p:nvPr/>
        </p:nvSpPr>
        <p:spPr>
          <a:xfrm>
            <a:off x="6583680" y="1554480"/>
            <a:ext cx="1005120" cy="1005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800" b="1" u="none" strike="noStrike">
                <a:solidFill>
                  <a:schemeClr val="dk1"/>
                </a:solidFill>
                <a:effectLst/>
                <a:uFillTx/>
                <a:latin typeface="Cambria"/>
                <a:ea typeface="Cambria"/>
              </a:rPr>
              <a:t>99+</a:t>
            </a:r>
            <a:endParaRPr lang="es-ES" sz="2800" b="0" u="none" strike="noStrike">
              <a:solidFill>
                <a:srgbClr val="FFFFFF"/>
              </a:solidFill>
              <a:effectLst/>
              <a:uFillTx/>
              <a:latin typeface="Arial"/>
            </a:endParaRPr>
          </a:p>
        </p:txBody>
      </p:sp>
      <p:sp>
        <p:nvSpPr>
          <p:cNvPr id="50" name="Idea principal"/>
          <p:cNvSpPr/>
          <p:nvPr/>
        </p:nvSpPr>
        <p:spPr>
          <a:xfrm>
            <a:off x="5989320" y="2880360"/>
            <a:ext cx="2651040" cy="1279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0" u="none" strike="noStrike">
                <a:solidFill>
                  <a:schemeClr val="dk1"/>
                </a:solidFill>
                <a:effectLst/>
                <a:uFillTx/>
                <a:latin typeface="Calibri"/>
              </a:rPr>
              <a:t>La información importante se pierde entre cientos de mensajes.</a:t>
            </a:r>
            <a:endParaRPr lang="es-ES" sz="2000" b="0" u="none" strike="noStrike">
              <a:solidFill>
                <a:srgbClr val="FFFFFF"/>
              </a:solidFill>
              <a:effectLst/>
              <a:uFillTx/>
              <a:latin typeface="Arial"/>
            </a:endParaRPr>
          </a:p>
        </p:txBody>
      </p:sp>
      <p:sp>
        <p:nvSpPr>
          <p:cNvPr id="51" name="PlaceHolder 2"/>
          <p:cNvSpPr>
            <a:spLocks noGrp="1"/>
          </p:cNvSpPr>
          <p:nvPr>
            <p:ph type="sldNum" idx="5"/>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6DA81CCC-6E48-43C9-BF93-AD09CD735B7A}"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Mancha azul"/>
          <p:cNvSpPr/>
          <p:nvPr/>
        </p:nvSpPr>
        <p:spPr>
          <a:xfrm>
            <a:off x="-1188720" y="3108960"/>
            <a:ext cx="3474000" cy="3474000"/>
          </a:xfrm>
          <a:prstGeom prst="ellipse">
            <a:avLst/>
          </a:prstGeom>
          <a:solidFill>
            <a:schemeClr val="accent1">
              <a:alpha val="1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53"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Cambria"/>
              </a:rPr>
              <a:t>Y si todo estuviera en un solo sitio</a:t>
            </a:r>
            <a:endParaRPr lang="es-ES" sz="3600" b="0" u="none" strike="noStrike">
              <a:solidFill>
                <a:schemeClr val="dk1"/>
              </a:solidFill>
              <a:effectLst/>
              <a:uFillTx/>
              <a:latin typeface="Calibri"/>
            </a:endParaRPr>
          </a:p>
        </p:txBody>
      </p:sp>
      <p:sp>
        <p:nvSpPr>
          <p:cNvPr id="54" name="Qué es SumiClas"/>
          <p:cNvSpPr/>
          <p:nvPr/>
        </p:nvSpPr>
        <p:spPr>
          <a:xfrm>
            <a:off x="548640" y="1463040"/>
            <a:ext cx="4022640" cy="155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0" u="none" strike="noStrike">
                <a:solidFill>
                  <a:schemeClr val="dk2"/>
                </a:solidFill>
                <a:effectLst/>
                <a:uFillTx/>
                <a:latin typeface="Calibri"/>
              </a:rPr>
              <a:t>SumiClas reúne </a:t>
            </a:r>
            <a:r>
              <a:rPr lang="en-US" sz="2000" b="1" u="none" strike="noStrike">
                <a:solidFill>
                  <a:schemeClr val="dk1"/>
                </a:solidFill>
                <a:effectLst/>
                <a:uFillTx/>
                <a:latin typeface="Calibri"/>
              </a:rPr>
              <a:t>avisos, calendario, deberes, gastos y objetos perdidos</a:t>
            </a:r>
            <a:r>
              <a:rPr lang="en-US" sz="2000" b="0" u="none" strike="noStrike">
                <a:solidFill>
                  <a:schemeClr val="dk2"/>
                </a:solidFill>
                <a:effectLst/>
                <a:uFillTx/>
                <a:latin typeface="Calibri"/>
              </a:rPr>
              <a:t> en una sola web para las familias de una clase.</a:t>
            </a:r>
            <a:endParaRPr lang="es-ES" sz="2000" b="0" u="none" strike="noStrike">
              <a:solidFill>
                <a:srgbClr val="FFFFFF"/>
              </a:solidFill>
              <a:effectLst/>
              <a:uFillTx/>
              <a:latin typeface="Arial"/>
            </a:endParaRPr>
          </a:p>
        </p:txBody>
      </p:sp>
      <p:sp>
        <p:nvSpPr>
          <p:cNvPr id="55" name="Panel de inicio"/>
          <p:cNvSpPr/>
          <p:nvPr/>
        </p:nvSpPr>
        <p:spPr>
          <a:xfrm>
            <a:off x="548640" y="3246120"/>
            <a:ext cx="4022640" cy="913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rgbClr val="94A3B8"/>
                </a:solidFill>
                <a:effectLst/>
                <a:uFillTx/>
                <a:latin typeface="Calibri"/>
              </a:rPr>
              <a:t>Y lo importante aparece destacado en tu panel de inicio, sin buscar.</a:t>
            </a:r>
            <a:endParaRPr lang="es-ES" sz="1800" b="0" u="none" strike="noStrike">
              <a:solidFill>
                <a:srgbClr val="FFFFFF"/>
              </a:solidFill>
              <a:effectLst/>
              <a:uFillTx/>
              <a:latin typeface="Arial"/>
            </a:endParaRPr>
          </a:p>
        </p:txBody>
      </p:sp>
      <p:sp>
        <p:nvSpPr>
          <p:cNvPr id="56" name="Órbita"/>
          <p:cNvSpPr/>
          <p:nvPr/>
        </p:nvSpPr>
        <p:spPr>
          <a:xfrm>
            <a:off x="5394960" y="1554480"/>
            <a:ext cx="2651040" cy="2651040"/>
          </a:xfrm>
          <a:prstGeom prst="ellipse">
            <a:avLst/>
          </a:prstGeom>
          <a:noFill/>
          <a:ln w="15875">
            <a:solidFill>
              <a:srgbClr val="334155"/>
            </a:solidFill>
            <a:prstDash val="dash"/>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57" name="Centro SumiClas"/>
          <p:cNvSpPr/>
          <p:nvPr/>
        </p:nvSpPr>
        <p:spPr>
          <a:xfrm>
            <a:off x="6153840" y="2313360"/>
            <a:ext cx="1133280" cy="1133280"/>
          </a:xfrm>
          <a:prstGeom prst="ellipse">
            <a:avLst/>
          </a:prstGeom>
          <a:solidFill>
            <a:srgbClr val="1E293B"/>
          </a:solidFill>
          <a:ln w="1905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58" name="Fondo LuBell"/>
          <p:cNvSpPr/>
          <p:nvPr/>
        </p:nvSpPr>
        <p:spPr>
          <a:xfrm>
            <a:off x="6309360" y="1143000"/>
            <a:ext cx="822240" cy="822240"/>
          </a:xfrm>
          <a:prstGeom prst="ellipse">
            <a:avLst/>
          </a:prstGeom>
          <a:solidFill>
            <a:schemeClr val="bg2"/>
          </a:solidFill>
          <a:ln w="12700">
            <a:solidFill>
              <a:srgbClr val="334155"/>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59" name="Icono LuBell (fondo)"/>
          <p:cNvSpPr/>
          <p:nvPr/>
        </p:nvSpPr>
        <p:spPr>
          <a:xfrm>
            <a:off x="6346080" y="1179720"/>
            <a:ext cx="749160" cy="749160"/>
          </a:xfrm>
          <a:prstGeom prst="ellipse">
            <a:avLst/>
          </a:prstGeom>
          <a:solidFill>
            <a:schemeClr val="accent2">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60" name="Icono LuBell" descr="Icono LuBell"/>
          <p:cNvPicPr/>
          <p:nvPr/>
        </p:nvPicPr>
        <p:blipFill>
          <a:blip r:embed="rId1"/>
          <a:stretch/>
        </p:blipFill>
        <p:spPr>
          <a:xfrm>
            <a:off x="6533280" y="1366920"/>
            <a:ext cx="374040" cy="374040"/>
          </a:xfrm>
          <a:prstGeom prst="rect">
            <a:avLst/>
          </a:prstGeom>
          <a:noFill/>
          <a:ln w="0">
            <a:noFill/>
          </a:ln>
        </p:spPr>
      </p:pic>
      <p:sp>
        <p:nvSpPr>
          <p:cNvPr id="61" name="Fondo LuCalendarDays"/>
          <p:cNvSpPr/>
          <p:nvPr/>
        </p:nvSpPr>
        <p:spPr>
          <a:xfrm>
            <a:off x="7570440" y="2059200"/>
            <a:ext cx="822240" cy="822240"/>
          </a:xfrm>
          <a:prstGeom prst="ellipse">
            <a:avLst/>
          </a:prstGeom>
          <a:solidFill>
            <a:schemeClr val="bg2"/>
          </a:solidFill>
          <a:ln w="12700">
            <a:solidFill>
              <a:srgbClr val="334155"/>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62" name="Icono LuCalendarDays (fondo)"/>
          <p:cNvSpPr/>
          <p:nvPr/>
        </p:nvSpPr>
        <p:spPr>
          <a:xfrm>
            <a:off x="7606800" y="2095560"/>
            <a:ext cx="749160" cy="749160"/>
          </a:xfrm>
          <a:prstGeom prst="ellipse">
            <a:avLst/>
          </a:prstGeom>
          <a:solidFill>
            <a:schemeClr val="accent4">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63" name="Icono LuCalendarDays" descr="Icono LuCalendarDays"/>
          <p:cNvPicPr/>
          <p:nvPr/>
        </p:nvPicPr>
        <p:blipFill>
          <a:blip r:embed="rId2"/>
          <a:stretch/>
        </p:blipFill>
        <p:spPr>
          <a:xfrm>
            <a:off x="7794360" y="2283120"/>
            <a:ext cx="374040" cy="374040"/>
          </a:xfrm>
          <a:prstGeom prst="rect">
            <a:avLst/>
          </a:prstGeom>
          <a:noFill/>
          <a:ln w="0">
            <a:noFill/>
          </a:ln>
        </p:spPr>
      </p:pic>
      <p:sp>
        <p:nvSpPr>
          <p:cNvPr id="64" name="Fondo LuBookOpen"/>
          <p:cNvSpPr/>
          <p:nvPr/>
        </p:nvSpPr>
        <p:spPr>
          <a:xfrm>
            <a:off x="7088760" y="3541680"/>
            <a:ext cx="822240" cy="822240"/>
          </a:xfrm>
          <a:prstGeom prst="ellipse">
            <a:avLst/>
          </a:prstGeom>
          <a:solidFill>
            <a:schemeClr val="bg2"/>
          </a:solidFill>
          <a:ln w="12700">
            <a:solidFill>
              <a:srgbClr val="334155"/>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65" name="Icono LuBookOpen (fondo)"/>
          <p:cNvSpPr/>
          <p:nvPr/>
        </p:nvSpPr>
        <p:spPr>
          <a:xfrm>
            <a:off x="7125120" y="3578040"/>
            <a:ext cx="749160" cy="749160"/>
          </a:xfrm>
          <a:prstGeom prst="ellipse">
            <a:avLst/>
          </a:prstGeom>
          <a:solidFill>
            <a:schemeClr val="accent3">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66" name="Icono LuBookOpen" descr="Icono LuBookOpen"/>
          <p:cNvPicPr/>
          <p:nvPr/>
        </p:nvPicPr>
        <p:blipFill>
          <a:blip r:embed="rId3"/>
          <a:stretch/>
        </p:blipFill>
        <p:spPr>
          <a:xfrm>
            <a:off x="7312680" y="3765600"/>
            <a:ext cx="374040" cy="374040"/>
          </a:xfrm>
          <a:prstGeom prst="rect">
            <a:avLst/>
          </a:prstGeom>
          <a:noFill/>
          <a:ln w="0">
            <a:noFill/>
          </a:ln>
        </p:spPr>
      </p:pic>
      <p:sp>
        <p:nvSpPr>
          <p:cNvPr id="67" name="Fondo LuWallet"/>
          <p:cNvSpPr/>
          <p:nvPr/>
        </p:nvSpPr>
        <p:spPr>
          <a:xfrm>
            <a:off x="5529960" y="3541680"/>
            <a:ext cx="822240" cy="822240"/>
          </a:xfrm>
          <a:prstGeom prst="ellipse">
            <a:avLst/>
          </a:prstGeom>
          <a:solidFill>
            <a:schemeClr val="bg2"/>
          </a:solidFill>
          <a:ln w="12700">
            <a:solidFill>
              <a:srgbClr val="334155"/>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68" name="Icono LuWallet (fondo)"/>
          <p:cNvSpPr/>
          <p:nvPr/>
        </p:nvSpPr>
        <p:spPr>
          <a:xfrm>
            <a:off x="5566680" y="3578040"/>
            <a:ext cx="749160" cy="749160"/>
          </a:xfrm>
          <a:prstGeom prst="ellipse">
            <a:avLst/>
          </a:prstGeom>
          <a:solidFill>
            <a:schemeClr val="accent5">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69" name="Icono LuWallet" descr="Icono LuWallet"/>
          <p:cNvPicPr/>
          <p:nvPr/>
        </p:nvPicPr>
        <p:blipFill>
          <a:blip r:embed="rId4"/>
          <a:stretch/>
        </p:blipFill>
        <p:spPr>
          <a:xfrm>
            <a:off x="5753880" y="3765600"/>
            <a:ext cx="374040" cy="374040"/>
          </a:xfrm>
          <a:prstGeom prst="rect">
            <a:avLst/>
          </a:prstGeom>
          <a:noFill/>
          <a:ln w="0">
            <a:noFill/>
          </a:ln>
        </p:spPr>
      </p:pic>
      <p:sp>
        <p:nvSpPr>
          <p:cNvPr id="70" name="Fondo LuPackageSearch"/>
          <p:cNvSpPr/>
          <p:nvPr/>
        </p:nvSpPr>
        <p:spPr>
          <a:xfrm>
            <a:off x="5048280" y="2059200"/>
            <a:ext cx="822240" cy="822240"/>
          </a:xfrm>
          <a:prstGeom prst="ellipse">
            <a:avLst/>
          </a:prstGeom>
          <a:solidFill>
            <a:schemeClr val="bg2"/>
          </a:solidFill>
          <a:ln w="12700">
            <a:solidFill>
              <a:srgbClr val="334155"/>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71" name="Icono LuPackageSearch (fondo)"/>
          <p:cNvSpPr/>
          <p:nvPr/>
        </p:nvSpPr>
        <p:spPr>
          <a:xfrm>
            <a:off x="5085000" y="2095560"/>
            <a:ext cx="749160" cy="74916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72" name="Icono LuPackageSearch" descr="Icono LuPackageSearch"/>
          <p:cNvPicPr/>
          <p:nvPr/>
        </p:nvPicPr>
        <p:blipFill>
          <a:blip r:embed="rId5"/>
          <a:stretch/>
        </p:blipFill>
        <p:spPr>
          <a:xfrm>
            <a:off x="5272560" y="2283120"/>
            <a:ext cx="374040" cy="374040"/>
          </a:xfrm>
          <a:prstGeom prst="rect">
            <a:avLst/>
          </a:prstGeom>
          <a:noFill/>
          <a:ln w="0">
            <a:noFill/>
          </a:ln>
        </p:spPr>
      </p:pic>
      <p:sp>
        <p:nvSpPr>
          <p:cNvPr id="73" name="PlaceHolder 2"/>
          <p:cNvSpPr>
            <a:spLocks noGrp="1"/>
          </p:cNvSpPr>
          <p:nvPr>
            <p:ph type="sldNum" idx="6"/>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DDCDAEE5-CB1B-4AA4-A24A-C83A35A897E8}"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pic>
        <p:nvPicPr>
          <p:cNvPr id="74" name="Logotipo en el centro" descr="Logotipo de SumiClas"/>
          <p:cNvPicPr/>
          <p:nvPr/>
        </p:nvPicPr>
        <p:blipFill>
          <a:blip r:embed="rId6"/>
          <a:stretch/>
        </p:blipFill>
        <p:spPr>
          <a:xfrm>
            <a:off x="6350040" y="2590920"/>
            <a:ext cx="735840" cy="5922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Mancha violeta"/>
          <p:cNvSpPr/>
          <p:nvPr/>
        </p:nvSpPr>
        <p:spPr>
          <a:xfrm>
            <a:off x="6949440" y="-1280160"/>
            <a:ext cx="3108240" cy="3108240"/>
          </a:xfrm>
          <a:prstGeom prst="ellipse">
            <a:avLst/>
          </a:prstGeom>
          <a:solidFill>
            <a:schemeClr val="accent4">
              <a:alpha val="1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76"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Cambria"/>
              </a:rPr>
              <a:t>Para quién es</a:t>
            </a:r>
            <a:endParaRPr lang="es-ES" sz="3600" b="0" u="none" strike="noStrike">
              <a:solidFill>
                <a:schemeClr val="dk1"/>
              </a:solidFill>
              <a:effectLst/>
              <a:uFillTx/>
              <a:latin typeface="Calibri"/>
            </a:endParaRPr>
          </a:p>
        </p:txBody>
      </p:sp>
      <p:sp>
        <p:nvSpPr>
          <p:cNvPr id="77" name="Tarjeta Familias"/>
          <p:cNvSpPr/>
          <p:nvPr/>
        </p:nvSpPr>
        <p:spPr>
          <a:xfrm>
            <a:off x="548640" y="1417320"/>
            <a:ext cx="2513880" cy="3016800"/>
          </a:xfrm>
          <a:prstGeom prst="roundRect">
            <a:avLst>
              <a:gd name="adj" fmla="val 6545"/>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78" name="Icono Familias (fondo)"/>
          <p:cNvSpPr/>
          <p:nvPr/>
        </p:nvSpPr>
        <p:spPr>
          <a:xfrm>
            <a:off x="822960" y="1691640"/>
            <a:ext cx="730800" cy="73080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79" name="Icono Familias" descr="Icono Familias"/>
          <p:cNvPicPr/>
          <p:nvPr/>
        </p:nvPicPr>
        <p:blipFill>
          <a:blip r:embed="rId1"/>
          <a:stretch/>
        </p:blipFill>
        <p:spPr>
          <a:xfrm>
            <a:off x="1005840" y="1874520"/>
            <a:ext cx="365040" cy="365040"/>
          </a:xfrm>
          <a:prstGeom prst="rect">
            <a:avLst/>
          </a:prstGeom>
          <a:noFill/>
          <a:ln w="0">
            <a:noFill/>
          </a:ln>
        </p:spPr>
      </p:pic>
      <p:sp>
        <p:nvSpPr>
          <p:cNvPr id="80" name="Título Familias"/>
          <p:cNvSpPr/>
          <p:nvPr/>
        </p:nvSpPr>
        <p:spPr>
          <a:xfrm>
            <a:off x="822960" y="2606040"/>
            <a:ext cx="196524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Familias</a:t>
            </a:r>
            <a:endParaRPr lang="es-ES" sz="2000" b="0" u="none" strike="noStrike">
              <a:solidFill>
                <a:srgbClr val="FFFFFF"/>
              </a:solidFill>
              <a:effectLst/>
              <a:uFillTx/>
              <a:latin typeface="Arial"/>
            </a:endParaRPr>
          </a:p>
        </p:txBody>
      </p:sp>
      <p:sp>
        <p:nvSpPr>
          <p:cNvPr id="81" name="Texto Familias"/>
          <p:cNvSpPr/>
          <p:nvPr/>
        </p:nvSpPr>
        <p:spPr>
          <a:xfrm>
            <a:off x="822960" y="3063240"/>
            <a:ext cx="1965240" cy="1233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Consultan lo que pasa en la clase de cada hijo y cambian de uno a otro con un selector.</a:t>
            </a:r>
            <a:endParaRPr lang="es-ES" sz="1600" b="0" u="none" strike="noStrike">
              <a:solidFill>
                <a:srgbClr val="FFFFFF"/>
              </a:solidFill>
              <a:effectLst/>
              <a:uFillTx/>
              <a:latin typeface="Arial"/>
            </a:endParaRPr>
          </a:p>
        </p:txBody>
      </p:sp>
      <p:sp>
        <p:nvSpPr>
          <p:cNvPr id="82" name="Tarjeta Delegados"/>
          <p:cNvSpPr/>
          <p:nvPr/>
        </p:nvSpPr>
        <p:spPr>
          <a:xfrm>
            <a:off x="3314880" y="1417320"/>
            <a:ext cx="2513880" cy="3016800"/>
          </a:xfrm>
          <a:prstGeom prst="roundRect">
            <a:avLst>
              <a:gd name="adj" fmla="val 6545"/>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83" name="Icono Delegados (fondo)"/>
          <p:cNvSpPr/>
          <p:nvPr/>
        </p:nvSpPr>
        <p:spPr>
          <a:xfrm>
            <a:off x="3589200" y="1691640"/>
            <a:ext cx="730800" cy="730800"/>
          </a:xfrm>
          <a:prstGeom prst="ellipse">
            <a:avLst/>
          </a:prstGeom>
          <a:solidFill>
            <a:schemeClr val="accent2">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84" name="Icono Delegados" descr="Icono Delegados"/>
          <p:cNvPicPr/>
          <p:nvPr/>
        </p:nvPicPr>
        <p:blipFill>
          <a:blip r:embed="rId2"/>
          <a:stretch/>
        </p:blipFill>
        <p:spPr>
          <a:xfrm>
            <a:off x="3772080" y="1874520"/>
            <a:ext cx="365040" cy="365040"/>
          </a:xfrm>
          <a:prstGeom prst="rect">
            <a:avLst/>
          </a:prstGeom>
          <a:noFill/>
          <a:ln w="0">
            <a:noFill/>
          </a:ln>
        </p:spPr>
      </p:pic>
      <p:sp>
        <p:nvSpPr>
          <p:cNvPr id="85" name="Título Delegados"/>
          <p:cNvSpPr/>
          <p:nvPr/>
        </p:nvSpPr>
        <p:spPr>
          <a:xfrm>
            <a:off x="3589200" y="2606040"/>
            <a:ext cx="196524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Delegados</a:t>
            </a:r>
            <a:endParaRPr lang="es-ES" sz="2000" b="0" u="none" strike="noStrike">
              <a:solidFill>
                <a:srgbClr val="FFFFFF"/>
              </a:solidFill>
              <a:effectLst/>
              <a:uFillTx/>
              <a:latin typeface="Arial"/>
            </a:endParaRPr>
          </a:p>
        </p:txBody>
      </p:sp>
      <p:sp>
        <p:nvSpPr>
          <p:cNvPr id="86" name="Texto Delegados"/>
          <p:cNvSpPr/>
          <p:nvPr/>
        </p:nvSpPr>
        <p:spPr>
          <a:xfrm>
            <a:off x="3589200" y="3063240"/>
            <a:ext cx="1965240" cy="1233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600" b="0" u="none" strike="noStrike">
                <a:solidFill>
                  <a:schemeClr val="dk2"/>
                </a:solidFill>
                <a:effectLst/>
                <a:uFillTx/>
                <a:latin typeface="Calibri"/>
              </a:rPr>
              <a:t>Publican avisos, eventos, deberes y gastos, y gestionan la clase.</a:t>
            </a:r>
            <a:endParaRPr lang="es-ES" sz="1600" b="0" u="none" strike="noStrike">
              <a:solidFill>
                <a:srgbClr val="FFFFFF"/>
              </a:solidFill>
              <a:effectLst/>
              <a:uFillTx/>
              <a:latin typeface="Arial"/>
            </a:endParaRPr>
          </a:p>
        </p:txBody>
      </p:sp>
      <p:sp>
        <p:nvSpPr>
          <p:cNvPr id="87" name="Tarjeta Menores a salvo"/>
          <p:cNvSpPr/>
          <p:nvPr/>
        </p:nvSpPr>
        <p:spPr>
          <a:xfrm>
            <a:off x="6080760" y="1417320"/>
            <a:ext cx="2513880" cy="3016800"/>
          </a:xfrm>
          <a:prstGeom prst="roundRect">
            <a:avLst>
              <a:gd name="adj" fmla="val 6545"/>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88" name="Icono Menores a salvo (fondo)"/>
          <p:cNvSpPr/>
          <p:nvPr/>
        </p:nvSpPr>
        <p:spPr>
          <a:xfrm>
            <a:off x="6355080" y="1691640"/>
            <a:ext cx="730800" cy="730800"/>
          </a:xfrm>
          <a:prstGeom prst="ellipse">
            <a:avLst/>
          </a:prstGeom>
          <a:solidFill>
            <a:schemeClr val="accent3">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89" name="Icono Menores a salvo" descr="Icono Menores a salvo"/>
          <p:cNvPicPr/>
          <p:nvPr/>
        </p:nvPicPr>
        <p:blipFill>
          <a:blip r:embed="rId3"/>
          <a:stretch/>
        </p:blipFill>
        <p:spPr>
          <a:xfrm>
            <a:off x="6537960" y="1874520"/>
            <a:ext cx="365040" cy="365040"/>
          </a:xfrm>
          <a:prstGeom prst="rect">
            <a:avLst/>
          </a:prstGeom>
          <a:noFill/>
          <a:ln w="0">
            <a:noFill/>
          </a:ln>
        </p:spPr>
      </p:pic>
      <p:sp>
        <p:nvSpPr>
          <p:cNvPr id="90" name="Título Menores a salvo"/>
          <p:cNvSpPr/>
          <p:nvPr/>
        </p:nvSpPr>
        <p:spPr>
          <a:xfrm>
            <a:off x="6355080" y="2606040"/>
            <a:ext cx="196524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Menores a salvo</a:t>
            </a:r>
            <a:endParaRPr lang="es-ES" sz="2000" b="0" u="none" strike="noStrike">
              <a:solidFill>
                <a:srgbClr val="FFFFFF"/>
              </a:solidFill>
              <a:effectLst/>
              <a:uFillTx/>
              <a:latin typeface="Arial"/>
            </a:endParaRPr>
          </a:p>
        </p:txBody>
      </p:sp>
      <p:sp>
        <p:nvSpPr>
          <p:cNvPr id="91" name="Texto Menores a salvo"/>
          <p:cNvSpPr/>
          <p:nvPr/>
        </p:nvSpPr>
        <p:spPr>
          <a:xfrm>
            <a:off x="6355080" y="3063240"/>
            <a:ext cx="1965240" cy="1233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600" b="0" u="none" strike="noStrike">
                <a:solidFill>
                  <a:schemeClr val="dk2"/>
                </a:solidFill>
                <a:effectLst/>
                <a:uFillTx/>
                <a:latin typeface="Calibri"/>
              </a:rPr>
              <a:t>Solo nombre e inicial del apellido, y los cumpleaños no llevan año.</a:t>
            </a:r>
            <a:endParaRPr lang="es-ES" sz="1600" b="0" u="none" strike="noStrike">
              <a:solidFill>
                <a:srgbClr val="FFFFFF"/>
              </a:solidFill>
              <a:effectLst/>
              <a:uFillTx/>
              <a:latin typeface="Arial"/>
            </a:endParaRPr>
          </a:p>
        </p:txBody>
      </p:sp>
      <p:sp>
        <p:nvSpPr>
          <p:cNvPr id="92" name="PlaceHolder 2"/>
          <p:cNvSpPr>
            <a:spLocks noGrp="1"/>
          </p:cNvSpPr>
          <p:nvPr>
            <p:ph type="sldNum" idx="7"/>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B6E4FC49-6BE3-4D18-B09F-190152AFB661}"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Mancha rosa"/>
          <p:cNvSpPr/>
          <p:nvPr/>
        </p:nvSpPr>
        <p:spPr>
          <a:xfrm>
            <a:off x="-1097280" y="-1188720"/>
            <a:ext cx="2925360" cy="2925360"/>
          </a:xfrm>
          <a:prstGeom prst="ellipse">
            <a:avLst/>
          </a:prstGeom>
          <a:solidFill>
            <a:schemeClr val="accent2">
              <a:alpha val="10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94"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Cambria"/>
              </a:rPr>
              <a:t>Lo que puedes hacer</a:t>
            </a:r>
            <a:endParaRPr lang="es-ES" sz="3600" b="0" u="none" strike="noStrike">
              <a:solidFill>
                <a:schemeClr val="dk1"/>
              </a:solidFill>
              <a:effectLst/>
              <a:uFillTx/>
              <a:latin typeface="Calibri"/>
            </a:endParaRPr>
          </a:p>
        </p:txBody>
      </p:sp>
      <p:sp>
        <p:nvSpPr>
          <p:cNvPr id="95" name="Tarjeta Avisos"/>
          <p:cNvSpPr/>
          <p:nvPr/>
        </p:nvSpPr>
        <p:spPr>
          <a:xfrm>
            <a:off x="548640" y="137160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96" name="Icono Avisos (fondo)"/>
          <p:cNvSpPr/>
          <p:nvPr/>
        </p:nvSpPr>
        <p:spPr>
          <a:xfrm>
            <a:off x="777240" y="1572840"/>
            <a:ext cx="547920" cy="547920"/>
          </a:xfrm>
          <a:prstGeom prst="ellipse">
            <a:avLst/>
          </a:prstGeom>
          <a:solidFill>
            <a:schemeClr val="accent2">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97" name="Icono Avisos" descr="Icono Avisos"/>
          <p:cNvPicPr/>
          <p:nvPr/>
        </p:nvPicPr>
        <p:blipFill>
          <a:blip r:embed="rId1"/>
          <a:stretch/>
        </p:blipFill>
        <p:spPr>
          <a:xfrm>
            <a:off x="914400" y="1710000"/>
            <a:ext cx="273600" cy="273600"/>
          </a:xfrm>
          <a:prstGeom prst="rect">
            <a:avLst/>
          </a:prstGeom>
          <a:noFill/>
          <a:ln w="0">
            <a:noFill/>
          </a:ln>
        </p:spPr>
      </p:pic>
      <p:sp>
        <p:nvSpPr>
          <p:cNvPr id="98" name="Título Avisos"/>
          <p:cNvSpPr/>
          <p:nvPr/>
        </p:nvSpPr>
        <p:spPr>
          <a:xfrm>
            <a:off x="1463040" y="157284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Avisos</a:t>
            </a:r>
            <a:endParaRPr lang="es-ES" sz="1800" b="0" u="none" strike="noStrike">
              <a:solidFill>
                <a:srgbClr val="FFFFFF"/>
              </a:solidFill>
              <a:effectLst/>
              <a:uFillTx/>
              <a:latin typeface="Arial"/>
            </a:endParaRPr>
          </a:p>
        </p:txBody>
      </p:sp>
      <p:sp>
        <p:nvSpPr>
          <p:cNvPr id="99" name="Texto Avisos"/>
          <p:cNvSpPr/>
          <p:nvPr/>
        </p:nvSpPr>
        <p:spPr>
          <a:xfrm>
            <a:off x="777240" y="2286000"/>
            <a:ext cx="2056680" cy="456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Con prioridad y marca de leído.</a:t>
            </a:r>
            <a:endParaRPr lang="es-ES" sz="1400" b="0" u="none" strike="noStrike">
              <a:solidFill>
                <a:srgbClr val="FFFFFF"/>
              </a:solidFill>
              <a:effectLst/>
              <a:uFillTx/>
              <a:latin typeface="Arial"/>
            </a:endParaRPr>
          </a:p>
        </p:txBody>
      </p:sp>
      <p:sp>
        <p:nvSpPr>
          <p:cNvPr id="100" name="Tarjeta Calendario"/>
          <p:cNvSpPr/>
          <p:nvPr/>
        </p:nvSpPr>
        <p:spPr>
          <a:xfrm>
            <a:off x="3314880" y="137160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01" name="Icono Calendario (fondo)"/>
          <p:cNvSpPr/>
          <p:nvPr/>
        </p:nvSpPr>
        <p:spPr>
          <a:xfrm>
            <a:off x="3543480" y="1572840"/>
            <a:ext cx="547920" cy="547920"/>
          </a:xfrm>
          <a:prstGeom prst="ellipse">
            <a:avLst/>
          </a:prstGeom>
          <a:solidFill>
            <a:schemeClr val="accent4">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102" name="Icono Calendario" descr="Icono Calendario"/>
          <p:cNvPicPr/>
          <p:nvPr/>
        </p:nvPicPr>
        <p:blipFill>
          <a:blip r:embed="rId2"/>
          <a:stretch/>
        </p:blipFill>
        <p:spPr>
          <a:xfrm>
            <a:off x="3680640" y="1710000"/>
            <a:ext cx="273600" cy="273600"/>
          </a:xfrm>
          <a:prstGeom prst="rect">
            <a:avLst/>
          </a:prstGeom>
          <a:noFill/>
          <a:ln w="0">
            <a:noFill/>
          </a:ln>
        </p:spPr>
      </p:pic>
      <p:sp>
        <p:nvSpPr>
          <p:cNvPr id="103" name="Título Calendario"/>
          <p:cNvSpPr/>
          <p:nvPr/>
        </p:nvSpPr>
        <p:spPr>
          <a:xfrm>
            <a:off x="4229280" y="157284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Calendario</a:t>
            </a:r>
            <a:endParaRPr lang="es-ES" sz="1800" b="0" u="none" strike="noStrike">
              <a:solidFill>
                <a:srgbClr val="FFFFFF"/>
              </a:solidFill>
              <a:effectLst/>
              <a:uFillTx/>
              <a:latin typeface="Arial"/>
            </a:endParaRPr>
          </a:p>
        </p:txBody>
      </p:sp>
      <p:sp>
        <p:nvSpPr>
          <p:cNvPr id="104" name="Texto Calendario"/>
          <p:cNvSpPr/>
          <p:nvPr/>
        </p:nvSpPr>
        <p:spPr>
          <a:xfrm>
            <a:off x="3543480" y="2286000"/>
            <a:ext cx="2056680" cy="456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Eventos y cumpleaños sin año.</a:t>
            </a:r>
            <a:endParaRPr lang="es-ES" sz="1400" b="0" u="none" strike="noStrike">
              <a:solidFill>
                <a:srgbClr val="FFFFFF"/>
              </a:solidFill>
              <a:effectLst/>
              <a:uFillTx/>
              <a:latin typeface="Arial"/>
            </a:endParaRPr>
          </a:p>
        </p:txBody>
      </p:sp>
      <p:sp>
        <p:nvSpPr>
          <p:cNvPr id="105" name="Tarjeta Deberes"/>
          <p:cNvSpPr/>
          <p:nvPr/>
        </p:nvSpPr>
        <p:spPr>
          <a:xfrm>
            <a:off x="6080760" y="137160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06" name="Icono Deberes (fondo)"/>
          <p:cNvSpPr/>
          <p:nvPr/>
        </p:nvSpPr>
        <p:spPr>
          <a:xfrm>
            <a:off x="6309360" y="1572840"/>
            <a:ext cx="547920" cy="547920"/>
          </a:xfrm>
          <a:prstGeom prst="ellipse">
            <a:avLst/>
          </a:prstGeom>
          <a:solidFill>
            <a:schemeClr val="accent3">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107" name="Icono Deberes" descr="Icono Deberes"/>
          <p:cNvPicPr/>
          <p:nvPr/>
        </p:nvPicPr>
        <p:blipFill>
          <a:blip r:embed="rId3"/>
          <a:stretch/>
        </p:blipFill>
        <p:spPr>
          <a:xfrm>
            <a:off x="6446520" y="1710000"/>
            <a:ext cx="273600" cy="273600"/>
          </a:xfrm>
          <a:prstGeom prst="rect">
            <a:avLst/>
          </a:prstGeom>
          <a:noFill/>
          <a:ln w="0">
            <a:noFill/>
          </a:ln>
        </p:spPr>
      </p:pic>
      <p:sp>
        <p:nvSpPr>
          <p:cNvPr id="108" name="Título Deberes"/>
          <p:cNvSpPr/>
          <p:nvPr/>
        </p:nvSpPr>
        <p:spPr>
          <a:xfrm>
            <a:off x="6995160" y="157284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Deberes</a:t>
            </a:r>
            <a:endParaRPr lang="es-ES" sz="1800" b="0" u="none" strike="noStrike">
              <a:solidFill>
                <a:srgbClr val="FFFFFF"/>
              </a:solidFill>
              <a:effectLst/>
              <a:uFillTx/>
              <a:latin typeface="Arial"/>
            </a:endParaRPr>
          </a:p>
        </p:txBody>
      </p:sp>
      <p:sp>
        <p:nvSpPr>
          <p:cNvPr id="109" name="Texto Deberes"/>
          <p:cNvSpPr/>
          <p:nvPr/>
        </p:nvSpPr>
        <p:spPr>
          <a:xfrm>
            <a:off x="6309360" y="2286000"/>
            <a:ext cx="2056680" cy="456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Comentarios y marca de hecho.</a:t>
            </a:r>
            <a:endParaRPr lang="es-ES" sz="1400" b="0" u="none" strike="noStrike">
              <a:solidFill>
                <a:srgbClr val="FFFFFF"/>
              </a:solidFill>
              <a:effectLst/>
              <a:uFillTx/>
              <a:latin typeface="Arial"/>
            </a:endParaRPr>
          </a:p>
        </p:txBody>
      </p:sp>
      <p:sp>
        <p:nvSpPr>
          <p:cNvPr id="110" name="Tarjeta Gastos"/>
          <p:cNvSpPr/>
          <p:nvPr/>
        </p:nvSpPr>
        <p:spPr>
          <a:xfrm>
            <a:off x="548640" y="306324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11" name="Icono Gastos (fondo)"/>
          <p:cNvSpPr/>
          <p:nvPr/>
        </p:nvSpPr>
        <p:spPr>
          <a:xfrm>
            <a:off x="777240" y="3264480"/>
            <a:ext cx="547920" cy="547920"/>
          </a:xfrm>
          <a:prstGeom prst="ellipse">
            <a:avLst/>
          </a:prstGeom>
          <a:solidFill>
            <a:schemeClr val="accent5">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112" name="Icono Gastos" descr="Icono Gastos"/>
          <p:cNvPicPr/>
          <p:nvPr/>
        </p:nvPicPr>
        <p:blipFill>
          <a:blip r:embed="rId4"/>
          <a:stretch/>
        </p:blipFill>
        <p:spPr>
          <a:xfrm>
            <a:off x="914400" y="3401640"/>
            <a:ext cx="273600" cy="273600"/>
          </a:xfrm>
          <a:prstGeom prst="rect">
            <a:avLst/>
          </a:prstGeom>
          <a:noFill/>
          <a:ln w="0">
            <a:noFill/>
          </a:ln>
        </p:spPr>
      </p:pic>
      <p:sp>
        <p:nvSpPr>
          <p:cNvPr id="113" name="Título Gastos"/>
          <p:cNvSpPr/>
          <p:nvPr/>
        </p:nvSpPr>
        <p:spPr>
          <a:xfrm>
            <a:off x="1463040" y="326448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Gastos</a:t>
            </a:r>
            <a:endParaRPr lang="es-ES" sz="1800" b="0" u="none" strike="noStrike">
              <a:solidFill>
                <a:srgbClr val="FFFFFF"/>
              </a:solidFill>
              <a:effectLst/>
              <a:uFillTx/>
              <a:latin typeface="Arial"/>
            </a:endParaRPr>
          </a:p>
        </p:txBody>
      </p:sp>
      <p:sp>
        <p:nvSpPr>
          <p:cNvPr id="114" name="Texto Gastos"/>
          <p:cNvSpPr/>
          <p:nvPr/>
        </p:nvSpPr>
        <p:spPr>
          <a:xfrm>
            <a:off x="777240" y="3977640"/>
            <a:ext cx="2056680" cy="456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Seguimiento de los pagos.</a:t>
            </a:r>
            <a:endParaRPr lang="es-ES" sz="1400" b="0" u="none" strike="noStrike">
              <a:solidFill>
                <a:srgbClr val="FFFFFF"/>
              </a:solidFill>
              <a:effectLst/>
              <a:uFillTx/>
              <a:latin typeface="Arial"/>
            </a:endParaRPr>
          </a:p>
        </p:txBody>
      </p:sp>
      <p:sp>
        <p:nvSpPr>
          <p:cNvPr id="115" name="Tarjeta Objetos perdidos"/>
          <p:cNvSpPr/>
          <p:nvPr/>
        </p:nvSpPr>
        <p:spPr>
          <a:xfrm>
            <a:off x="3314880" y="306324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16" name="Icono Objetos perdidos (fondo)"/>
          <p:cNvSpPr/>
          <p:nvPr/>
        </p:nvSpPr>
        <p:spPr>
          <a:xfrm>
            <a:off x="3543480" y="3264480"/>
            <a:ext cx="547920" cy="54792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117" name="Icono Objetos perdidos" descr="Icono Objetos perdidos"/>
          <p:cNvPicPr/>
          <p:nvPr/>
        </p:nvPicPr>
        <p:blipFill>
          <a:blip r:embed="rId5"/>
          <a:stretch/>
        </p:blipFill>
        <p:spPr>
          <a:xfrm>
            <a:off x="3680640" y="3401640"/>
            <a:ext cx="273600" cy="273600"/>
          </a:xfrm>
          <a:prstGeom prst="rect">
            <a:avLst/>
          </a:prstGeom>
          <a:noFill/>
          <a:ln w="0">
            <a:noFill/>
          </a:ln>
        </p:spPr>
      </p:pic>
      <p:sp>
        <p:nvSpPr>
          <p:cNvPr id="118" name="Título Objetos perdidos"/>
          <p:cNvSpPr/>
          <p:nvPr/>
        </p:nvSpPr>
        <p:spPr>
          <a:xfrm>
            <a:off x="4229280" y="326448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Objetos perdidos</a:t>
            </a:r>
            <a:endParaRPr lang="es-ES" sz="1800" b="0" u="none" strike="noStrike">
              <a:solidFill>
                <a:srgbClr val="FFFFFF"/>
              </a:solidFill>
              <a:effectLst/>
              <a:uFillTx/>
              <a:latin typeface="Arial"/>
            </a:endParaRPr>
          </a:p>
        </p:txBody>
      </p:sp>
      <p:sp>
        <p:nvSpPr>
          <p:cNvPr id="119" name="Texto Objetos perdidos"/>
          <p:cNvSpPr/>
          <p:nvPr/>
        </p:nvSpPr>
        <p:spPr>
          <a:xfrm>
            <a:off x="3543480" y="3977640"/>
            <a:ext cx="2056680" cy="456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Con reclamaciones privadas.</a:t>
            </a:r>
            <a:endParaRPr lang="es-ES" sz="1400" b="0" u="none" strike="noStrike">
              <a:solidFill>
                <a:srgbClr val="FFFFFF"/>
              </a:solidFill>
              <a:effectLst/>
              <a:uFillTx/>
              <a:latin typeface="Arial"/>
            </a:endParaRPr>
          </a:p>
        </p:txBody>
      </p:sp>
      <p:sp>
        <p:nvSpPr>
          <p:cNvPr id="120" name="Tarjeta Panel de inicio"/>
          <p:cNvSpPr/>
          <p:nvPr/>
        </p:nvSpPr>
        <p:spPr>
          <a:xfrm>
            <a:off x="6080760" y="306324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21" name="Icono Panel de inicio (fondo)"/>
          <p:cNvSpPr/>
          <p:nvPr/>
        </p:nvSpPr>
        <p:spPr>
          <a:xfrm>
            <a:off x="6309360" y="3264480"/>
            <a:ext cx="547920" cy="54792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122" name="Icono Panel de inicio" descr="Icono Panel de inicio"/>
          <p:cNvPicPr/>
          <p:nvPr/>
        </p:nvPicPr>
        <p:blipFill>
          <a:blip r:embed="rId6"/>
          <a:stretch/>
        </p:blipFill>
        <p:spPr>
          <a:xfrm>
            <a:off x="6446520" y="3401640"/>
            <a:ext cx="273600" cy="273600"/>
          </a:xfrm>
          <a:prstGeom prst="rect">
            <a:avLst/>
          </a:prstGeom>
          <a:noFill/>
          <a:ln w="0">
            <a:noFill/>
          </a:ln>
        </p:spPr>
      </p:pic>
      <p:sp>
        <p:nvSpPr>
          <p:cNvPr id="123" name="Título Panel de inicio"/>
          <p:cNvSpPr/>
          <p:nvPr/>
        </p:nvSpPr>
        <p:spPr>
          <a:xfrm>
            <a:off x="6995160" y="326448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Panel de inicio</a:t>
            </a:r>
            <a:endParaRPr lang="es-ES" sz="1800" b="0" u="none" strike="noStrike">
              <a:solidFill>
                <a:srgbClr val="FFFFFF"/>
              </a:solidFill>
              <a:effectLst/>
              <a:uFillTx/>
              <a:latin typeface="Arial"/>
            </a:endParaRPr>
          </a:p>
        </p:txBody>
      </p:sp>
      <p:sp>
        <p:nvSpPr>
          <p:cNvPr id="124" name="Texto Panel de inicio"/>
          <p:cNvSpPr/>
          <p:nvPr/>
        </p:nvSpPr>
        <p:spPr>
          <a:xfrm>
            <a:off x="6309360" y="3977640"/>
            <a:ext cx="2056680" cy="456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Lo pendiente, de un vistazo.</a:t>
            </a:r>
            <a:endParaRPr lang="es-ES" sz="1400" b="0" u="none" strike="noStrike">
              <a:solidFill>
                <a:srgbClr val="FFFFFF"/>
              </a:solidFill>
              <a:effectLst/>
              <a:uFillTx/>
              <a:latin typeface="Arial"/>
            </a:endParaRPr>
          </a:p>
        </p:txBody>
      </p:sp>
      <p:sp>
        <p:nvSpPr>
          <p:cNvPr id="125" name="PlaceHolder 2"/>
          <p:cNvSpPr>
            <a:spLocks noGrp="1"/>
          </p:cNvSpPr>
          <p:nvPr>
            <p:ph type="sldNum" idx="8"/>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5C1C075D-B71B-4D83-942D-E53900452309}"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Mancha azul"/>
          <p:cNvSpPr/>
          <p:nvPr/>
        </p:nvSpPr>
        <p:spPr>
          <a:xfrm>
            <a:off x="2926080" y="3291840"/>
            <a:ext cx="3108240" cy="3108240"/>
          </a:xfrm>
          <a:prstGeom prst="ellipse">
            <a:avLst/>
          </a:prstGeom>
          <a:solidFill>
            <a:schemeClr val="accent1">
              <a:alpha val="10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127"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Cambria"/>
              </a:rPr>
              <a:t>Así se ve</a:t>
            </a:r>
            <a:endParaRPr lang="es-ES" sz="3600" b="0" u="none" strike="noStrike">
              <a:solidFill>
                <a:schemeClr val="dk1"/>
              </a:solidFill>
              <a:effectLst/>
              <a:uFillTx/>
              <a:latin typeface="Calibri"/>
            </a:endParaRPr>
          </a:p>
        </p:txBody>
      </p:sp>
      <p:sp>
        <p:nvSpPr>
          <p:cNvPr id="128" name="Ventana de navegador Panel de inicio"/>
          <p:cNvSpPr/>
          <p:nvPr/>
        </p:nvSpPr>
        <p:spPr>
          <a:xfrm>
            <a:off x="548640" y="1371600"/>
            <a:ext cx="3885480" cy="2764080"/>
          </a:xfrm>
          <a:prstGeom prst="roundRect">
            <a:avLst>
              <a:gd name="adj" fmla="val 3969"/>
            </a:avLst>
          </a:prstGeom>
          <a:solidFill>
            <a:srgbClr val="0B1220"/>
          </a:solidFill>
          <a:ln w="15875">
            <a:solidFill>
              <a:srgbClr val="475569"/>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29" name="Punto 1 Panel de inicio"/>
          <p:cNvSpPr/>
          <p:nvPr/>
        </p:nvSpPr>
        <p:spPr>
          <a:xfrm>
            <a:off x="694800" y="1476720"/>
            <a:ext cx="81720" cy="81720"/>
          </a:xfrm>
          <a:prstGeom prst="ellipse">
            <a:avLst/>
          </a:prstGeom>
          <a:solidFill>
            <a:srgbClr val="FF6F97"/>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30" name="Punto 2 Panel de inicio"/>
          <p:cNvSpPr/>
          <p:nvPr/>
        </p:nvSpPr>
        <p:spPr>
          <a:xfrm>
            <a:off x="841320" y="1476720"/>
            <a:ext cx="81720" cy="81720"/>
          </a:xfrm>
          <a:prstGeom prst="ellipse">
            <a:avLst/>
          </a:prstGeom>
          <a:solidFill>
            <a:srgbClr val="FCD34D"/>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31" name="Punto 3 Panel de inicio"/>
          <p:cNvSpPr/>
          <p:nvPr/>
        </p:nvSpPr>
        <p:spPr>
          <a:xfrm>
            <a:off x="987480" y="1476720"/>
            <a:ext cx="81720" cy="81720"/>
          </a:xfrm>
          <a:prstGeom prst="ellipse">
            <a:avLst/>
          </a:prstGeom>
          <a:solidFill>
            <a:srgbClr val="6EE9B4"/>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32" name="Pestaña Panel de inicio"/>
          <p:cNvSpPr/>
          <p:nvPr/>
        </p:nvSpPr>
        <p:spPr>
          <a:xfrm>
            <a:off x="1261800" y="1426320"/>
            <a:ext cx="1370880" cy="182160"/>
          </a:xfrm>
          <a:prstGeom prst="roundRect">
            <a:avLst>
              <a:gd name="adj" fmla="val 50000"/>
            </a:avLst>
          </a:prstGeom>
          <a:solidFill>
            <a:srgbClr val="1E293B"/>
          </a:solidFill>
          <a:ln w="6350">
            <a:solidFill>
              <a:srgbClr val="334155"/>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94A3B8"/>
                </a:solidFill>
                <a:effectLst/>
                <a:uFillTx/>
                <a:latin typeface="Calibri"/>
              </a:rPr>
              <a:t>SumiClas</a:t>
            </a:r>
            <a:endParaRPr lang="es-ES" sz="1000" b="0" u="none" strike="noStrike">
              <a:solidFill>
                <a:srgbClr val="FFFFFF"/>
              </a:solidFill>
              <a:effectLst/>
              <a:uFillTx/>
              <a:latin typeface="Arial"/>
            </a:endParaRPr>
          </a:p>
        </p:txBody>
      </p:sp>
      <p:pic>
        <p:nvPicPr>
          <p:cNvPr id="133" name="Captura Panel de inicio" descr="Captura de la pantalla de Panel de inicio"/>
          <p:cNvPicPr/>
          <p:nvPr/>
        </p:nvPicPr>
        <p:blipFill>
          <a:blip r:embed="rId1"/>
          <a:stretch/>
        </p:blipFill>
        <p:spPr>
          <a:xfrm>
            <a:off x="603360" y="1664280"/>
            <a:ext cx="3775680" cy="2416680"/>
          </a:xfrm>
          <a:prstGeom prst="rect">
            <a:avLst/>
          </a:prstGeom>
          <a:noFill/>
          <a:ln w="0">
            <a:noFill/>
          </a:ln>
        </p:spPr>
      </p:pic>
      <p:sp>
        <p:nvSpPr>
          <p:cNvPr id="134" name="Pie Panel de inicio"/>
          <p:cNvSpPr/>
          <p:nvPr/>
        </p:nvSpPr>
        <p:spPr>
          <a:xfrm>
            <a:off x="548640" y="4319280"/>
            <a:ext cx="388548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Panel de inicio</a:t>
            </a:r>
            <a:r>
              <a:rPr lang="en-US" sz="1400" b="0" u="none" strike="noStrike">
                <a:solidFill>
                  <a:schemeClr val="dk2"/>
                </a:solidFill>
                <a:effectLst/>
                <a:uFillTx/>
                <a:latin typeface="Calibri"/>
              </a:rPr>
              <a:t> · lo pendiente, de un vistazo</a:t>
            </a:r>
            <a:endParaRPr lang="es-ES" sz="1400" b="0" u="none" strike="noStrike">
              <a:solidFill>
                <a:srgbClr val="FFFFFF"/>
              </a:solidFill>
              <a:effectLst/>
              <a:uFillTx/>
              <a:latin typeface="Arial"/>
            </a:endParaRPr>
          </a:p>
        </p:txBody>
      </p:sp>
      <p:sp>
        <p:nvSpPr>
          <p:cNvPr id="135" name="Ventana de navegador Avisos"/>
          <p:cNvSpPr/>
          <p:nvPr/>
        </p:nvSpPr>
        <p:spPr>
          <a:xfrm>
            <a:off x="4709160" y="1371600"/>
            <a:ext cx="3885480" cy="2764080"/>
          </a:xfrm>
          <a:prstGeom prst="roundRect">
            <a:avLst>
              <a:gd name="adj" fmla="val 3969"/>
            </a:avLst>
          </a:prstGeom>
          <a:solidFill>
            <a:srgbClr val="0B1220"/>
          </a:solidFill>
          <a:ln w="15875">
            <a:solidFill>
              <a:srgbClr val="475569"/>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36" name="Punto 1 Avisos"/>
          <p:cNvSpPr/>
          <p:nvPr/>
        </p:nvSpPr>
        <p:spPr>
          <a:xfrm>
            <a:off x="4855320" y="1476720"/>
            <a:ext cx="81720" cy="81720"/>
          </a:xfrm>
          <a:prstGeom prst="ellipse">
            <a:avLst/>
          </a:prstGeom>
          <a:solidFill>
            <a:srgbClr val="FF6F97"/>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37" name="Punto 2 Avisos"/>
          <p:cNvSpPr/>
          <p:nvPr/>
        </p:nvSpPr>
        <p:spPr>
          <a:xfrm>
            <a:off x="5001840" y="1476720"/>
            <a:ext cx="81720" cy="81720"/>
          </a:xfrm>
          <a:prstGeom prst="ellipse">
            <a:avLst/>
          </a:prstGeom>
          <a:solidFill>
            <a:srgbClr val="FCD34D"/>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38" name="Punto 3 Avisos"/>
          <p:cNvSpPr/>
          <p:nvPr/>
        </p:nvSpPr>
        <p:spPr>
          <a:xfrm>
            <a:off x="5148000" y="1476720"/>
            <a:ext cx="81720" cy="81720"/>
          </a:xfrm>
          <a:prstGeom prst="ellipse">
            <a:avLst/>
          </a:prstGeom>
          <a:solidFill>
            <a:srgbClr val="6EE9B4"/>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39" name="Pestaña Avisos"/>
          <p:cNvSpPr/>
          <p:nvPr/>
        </p:nvSpPr>
        <p:spPr>
          <a:xfrm>
            <a:off x="5422320" y="1426320"/>
            <a:ext cx="1370880" cy="182160"/>
          </a:xfrm>
          <a:prstGeom prst="roundRect">
            <a:avLst>
              <a:gd name="adj" fmla="val 50000"/>
            </a:avLst>
          </a:prstGeom>
          <a:solidFill>
            <a:srgbClr val="1E293B"/>
          </a:solidFill>
          <a:ln w="6350">
            <a:solidFill>
              <a:srgbClr val="334155"/>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94A3B8"/>
                </a:solidFill>
                <a:effectLst/>
                <a:uFillTx/>
                <a:latin typeface="Calibri"/>
              </a:rPr>
              <a:t>SumiClas</a:t>
            </a:r>
            <a:endParaRPr lang="es-ES" sz="1000" b="0" u="none" strike="noStrike">
              <a:solidFill>
                <a:srgbClr val="FFFFFF"/>
              </a:solidFill>
              <a:effectLst/>
              <a:uFillTx/>
              <a:latin typeface="Arial"/>
            </a:endParaRPr>
          </a:p>
        </p:txBody>
      </p:sp>
      <p:pic>
        <p:nvPicPr>
          <p:cNvPr id="140" name="Captura Avisos" descr="Captura de la pantalla de Avisos"/>
          <p:cNvPicPr/>
          <p:nvPr/>
        </p:nvPicPr>
        <p:blipFill>
          <a:blip r:embed="rId2"/>
          <a:stretch/>
        </p:blipFill>
        <p:spPr>
          <a:xfrm>
            <a:off x="4763880" y="1664280"/>
            <a:ext cx="3775680" cy="2416680"/>
          </a:xfrm>
          <a:prstGeom prst="rect">
            <a:avLst/>
          </a:prstGeom>
          <a:noFill/>
          <a:ln w="0">
            <a:noFill/>
          </a:ln>
        </p:spPr>
      </p:pic>
      <p:sp>
        <p:nvSpPr>
          <p:cNvPr id="141" name="Pie Avisos"/>
          <p:cNvSpPr/>
          <p:nvPr/>
        </p:nvSpPr>
        <p:spPr>
          <a:xfrm>
            <a:off x="4709160" y="4319280"/>
            <a:ext cx="388548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Avisos</a:t>
            </a:r>
            <a:r>
              <a:rPr lang="en-US" sz="1400" b="0" u="none" strike="noStrike">
                <a:solidFill>
                  <a:schemeClr val="dk2"/>
                </a:solidFill>
                <a:effectLst/>
                <a:uFillTx/>
                <a:latin typeface="Calibri"/>
              </a:rPr>
              <a:t> · con los urgentes destacados</a:t>
            </a:r>
            <a:endParaRPr lang="es-ES" sz="1400" b="0" u="none" strike="noStrike">
              <a:solidFill>
                <a:srgbClr val="FFFFFF"/>
              </a:solidFill>
              <a:effectLst/>
              <a:uFillTx/>
              <a:latin typeface="Arial"/>
            </a:endParaRPr>
          </a:p>
        </p:txBody>
      </p:sp>
      <p:sp>
        <p:nvSpPr>
          <p:cNvPr id="142" name="PlaceHolder 2"/>
          <p:cNvSpPr>
            <a:spLocks noGrp="1"/>
          </p:cNvSpPr>
          <p:nvPr>
            <p:ph type="sldNum" idx="9"/>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81EC194F-9D65-4AC2-B85A-E437177DD9C0}"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Mancha menta"/>
          <p:cNvSpPr/>
          <p:nvPr/>
        </p:nvSpPr>
        <p:spPr>
          <a:xfrm>
            <a:off x="6949440" y="3108960"/>
            <a:ext cx="3291120" cy="3291120"/>
          </a:xfrm>
          <a:prstGeom prst="ellipse">
            <a:avLst/>
          </a:prstGeom>
          <a:solidFill>
            <a:schemeClr val="accent3">
              <a:alpha val="10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144"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Cambria"/>
              </a:rPr>
              <a:t>Y más</a:t>
            </a:r>
            <a:endParaRPr lang="es-ES" sz="3600" b="0" u="none" strike="noStrike">
              <a:solidFill>
                <a:schemeClr val="dk1"/>
              </a:solidFill>
              <a:effectLst/>
              <a:uFillTx/>
              <a:latin typeface="Calibri"/>
            </a:endParaRPr>
          </a:p>
        </p:txBody>
      </p:sp>
      <p:sp>
        <p:nvSpPr>
          <p:cNvPr id="145" name="Ventana de navegador Calendario"/>
          <p:cNvSpPr/>
          <p:nvPr/>
        </p:nvSpPr>
        <p:spPr>
          <a:xfrm>
            <a:off x="548640" y="1371600"/>
            <a:ext cx="3885480" cy="2764080"/>
          </a:xfrm>
          <a:prstGeom prst="roundRect">
            <a:avLst>
              <a:gd name="adj" fmla="val 3969"/>
            </a:avLst>
          </a:prstGeom>
          <a:solidFill>
            <a:srgbClr val="0B1220"/>
          </a:solidFill>
          <a:ln w="15875">
            <a:solidFill>
              <a:srgbClr val="475569"/>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46" name="Punto 1 Calendario"/>
          <p:cNvSpPr/>
          <p:nvPr/>
        </p:nvSpPr>
        <p:spPr>
          <a:xfrm>
            <a:off x="694800" y="1476720"/>
            <a:ext cx="81720" cy="81720"/>
          </a:xfrm>
          <a:prstGeom prst="ellipse">
            <a:avLst/>
          </a:prstGeom>
          <a:solidFill>
            <a:srgbClr val="FF6F97"/>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47" name="Punto 2 Calendario"/>
          <p:cNvSpPr/>
          <p:nvPr/>
        </p:nvSpPr>
        <p:spPr>
          <a:xfrm>
            <a:off x="841320" y="1476720"/>
            <a:ext cx="81720" cy="81720"/>
          </a:xfrm>
          <a:prstGeom prst="ellipse">
            <a:avLst/>
          </a:prstGeom>
          <a:solidFill>
            <a:srgbClr val="FCD34D"/>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48" name="Punto 3 Calendario"/>
          <p:cNvSpPr/>
          <p:nvPr/>
        </p:nvSpPr>
        <p:spPr>
          <a:xfrm>
            <a:off x="987480" y="1476720"/>
            <a:ext cx="81720" cy="81720"/>
          </a:xfrm>
          <a:prstGeom prst="ellipse">
            <a:avLst/>
          </a:prstGeom>
          <a:solidFill>
            <a:srgbClr val="6EE9B4"/>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49" name="Pestaña Calendario"/>
          <p:cNvSpPr/>
          <p:nvPr/>
        </p:nvSpPr>
        <p:spPr>
          <a:xfrm>
            <a:off x="1261800" y="1426320"/>
            <a:ext cx="1370880" cy="182160"/>
          </a:xfrm>
          <a:prstGeom prst="roundRect">
            <a:avLst>
              <a:gd name="adj" fmla="val 50000"/>
            </a:avLst>
          </a:prstGeom>
          <a:solidFill>
            <a:srgbClr val="1E293B"/>
          </a:solidFill>
          <a:ln w="6350">
            <a:solidFill>
              <a:srgbClr val="334155"/>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94A3B8"/>
                </a:solidFill>
                <a:effectLst/>
                <a:uFillTx/>
                <a:latin typeface="Calibri"/>
              </a:rPr>
              <a:t>SumiClas</a:t>
            </a:r>
            <a:endParaRPr lang="es-ES" sz="1000" b="0" u="none" strike="noStrike">
              <a:solidFill>
                <a:srgbClr val="FFFFFF"/>
              </a:solidFill>
              <a:effectLst/>
              <a:uFillTx/>
              <a:latin typeface="Arial"/>
            </a:endParaRPr>
          </a:p>
        </p:txBody>
      </p:sp>
      <p:pic>
        <p:nvPicPr>
          <p:cNvPr id="150" name="Captura Calendario" descr="Captura de la pantalla de Calendario"/>
          <p:cNvPicPr/>
          <p:nvPr/>
        </p:nvPicPr>
        <p:blipFill>
          <a:blip r:embed="rId1"/>
          <a:stretch/>
        </p:blipFill>
        <p:spPr>
          <a:xfrm>
            <a:off x="603360" y="1664280"/>
            <a:ext cx="3775680" cy="2416680"/>
          </a:xfrm>
          <a:prstGeom prst="rect">
            <a:avLst/>
          </a:prstGeom>
          <a:noFill/>
          <a:ln w="0">
            <a:noFill/>
          </a:ln>
        </p:spPr>
      </p:pic>
      <p:sp>
        <p:nvSpPr>
          <p:cNvPr id="151" name="Pie Calendario"/>
          <p:cNvSpPr/>
          <p:nvPr/>
        </p:nvSpPr>
        <p:spPr>
          <a:xfrm>
            <a:off x="548640" y="4319280"/>
            <a:ext cx="388548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Calendario</a:t>
            </a:r>
            <a:r>
              <a:rPr lang="en-US" sz="1400" b="0" u="none" strike="noStrike">
                <a:solidFill>
                  <a:schemeClr val="dk2"/>
                </a:solidFill>
                <a:effectLst/>
                <a:uFillTx/>
                <a:latin typeface="Calibri"/>
              </a:rPr>
              <a:t> · excursiones, reuniones y cumpleaños</a:t>
            </a:r>
            <a:endParaRPr lang="es-ES" sz="1400" b="0" u="none" strike="noStrike">
              <a:solidFill>
                <a:srgbClr val="FFFFFF"/>
              </a:solidFill>
              <a:effectLst/>
              <a:uFillTx/>
              <a:latin typeface="Arial"/>
            </a:endParaRPr>
          </a:p>
        </p:txBody>
      </p:sp>
      <p:sp>
        <p:nvSpPr>
          <p:cNvPr id="152" name="Ventana de navegador Deberes"/>
          <p:cNvSpPr/>
          <p:nvPr/>
        </p:nvSpPr>
        <p:spPr>
          <a:xfrm>
            <a:off x="4709160" y="1371600"/>
            <a:ext cx="3885480" cy="2764080"/>
          </a:xfrm>
          <a:prstGeom prst="roundRect">
            <a:avLst>
              <a:gd name="adj" fmla="val 3969"/>
            </a:avLst>
          </a:prstGeom>
          <a:solidFill>
            <a:srgbClr val="0B1220"/>
          </a:solidFill>
          <a:ln w="15875">
            <a:solidFill>
              <a:srgbClr val="475569"/>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53" name="Punto 1 Deberes"/>
          <p:cNvSpPr/>
          <p:nvPr/>
        </p:nvSpPr>
        <p:spPr>
          <a:xfrm>
            <a:off x="4855320" y="1476720"/>
            <a:ext cx="81720" cy="81720"/>
          </a:xfrm>
          <a:prstGeom prst="ellipse">
            <a:avLst/>
          </a:prstGeom>
          <a:solidFill>
            <a:srgbClr val="FF6F97"/>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54" name="Punto 2 Deberes"/>
          <p:cNvSpPr/>
          <p:nvPr/>
        </p:nvSpPr>
        <p:spPr>
          <a:xfrm>
            <a:off x="5001840" y="1476720"/>
            <a:ext cx="81720" cy="81720"/>
          </a:xfrm>
          <a:prstGeom prst="ellipse">
            <a:avLst/>
          </a:prstGeom>
          <a:solidFill>
            <a:srgbClr val="FCD34D"/>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55" name="Punto 3 Deberes"/>
          <p:cNvSpPr/>
          <p:nvPr/>
        </p:nvSpPr>
        <p:spPr>
          <a:xfrm>
            <a:off x="5148000" y="1476720"/>
            <a:ext cx="81720" cy="81720"/>
          </a:xfrm>
          <a:prstGeom prst="ellipse">
            <a:avLst/>
          </a:prstGeom>
          <a:solidFill>
            <a:srgbClr val="6EE9B4"/>
          </a:solidFill>
          <a:ln w="0">
            <a:noFill/>
          </a:ln>
        </p:spPr>
        <p:style>
          <a:lnRef idx="0"/>
          <a:fillRef idx="0"/>
          <a:effectRef idx="0"/>
          <a:fontRef idx="minor"/>
        </p:style>
        <p:txBody>
          <a:bodyPr lIns="41040" tIns="13320" rIns="41040" bIns="13320" anchor="t">
            <a:noAutofit/>
          </a:bodyPr>
          <a:p>
            <a:pPr/>
            <a:endParaRPr lang="es-ES" sz="1800" b="0" u="none" strike="noStrike">
              <a:solidFill>
                <a:srgbClr val="000000"/>
              </a:solidFill>
              <a:effectLst/>
              <a:uFillTx/>
              <a:latin typeface="Arial"/>
            </a:endParaRPr>
          </a:p>
        </p:txBody>
      </p:sp>
      <p:sp>
        <p:nvSpPr>
          <p:cNvPr id="156" name="Pestaña Deberes"/>
          <p:cNvSpPr/>
          <p:nvPr/>
        </p:nvSpPr>
        <p:spPr>
          <a:xfrm>
            <a:off x="5422320" y="1426320"/>
            <a:ext cx="1370880" cy="182160"/>
          </a:xfrm>
          <a:prstGeom prst="roundRect">
            <a:avLst>
              <a:gd name="adj" fmla="val 50000"/>
            </a:avLst>
          </a:prstGeom>
          <a:solidFill>
            <a:srgbClr val="1E293B"/>
          </a:solidFill>
          <a:ln w="6350">
            <a:solidFill>
              <a:srgbClr val="334155"/>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94A3B8"/>
                </a:solidFill>
                <a:effectLst/>
                <a:uFillTx/>
                <a:latin typeface="Calibri"/>
              </a:rPr>
              <a:t>SumiClas</a:t>
            </a:r>
            <a:endParaRPr lang="es-ES" sz="1000" b="0" u="none" strike="noStrike">
              <a:solidFill>
                <a:srgbClr val="FFFFFF"/>
              </a:solidFill>
              <a:effectLst/>
              <a:uFillTx/>
              <a:latin typeface="Arial"/>
            </a:endParaRPr>
          </a:p>
        </p:txBody>
      </p:sp>
      <p:pic>
        <p:nvPicPr>
          <p:cNvPr id="157" name="Captura Deberes" descr="Captura de la pantalla de Deberes"/>
          <p:cNvPicPr/>
          <p:nvPr/>
        </p:nvPicPr>
        <p:blipFill>
          <a:blip r:embed="rId2"/>
          <a:stretch/>
        </p:blipFill>
        <p:spPr>
          <a:xfrm>
            <a:off x="4763880" y="1664280"/>
            <a:ext cx="3775680" cy="2416680"/>
          </a:xfrm>
          <a:prstGeom prst="rect">
            <a:avLst/>
          </a:prstGeom>
          <a:noFill/>
          <a:ln w="0">
            <a:noFill/>
          </a:ln>
        </p:spPr>
      </p:pic>
      <p:sp>
        <p:nvSpPr>
          <p:cNvPr id="158" name="Pie Deberes"/>
          <p:cNvSpPr/>
          <p:nvPr/>
        </p:nvSpPr>
        <p:spPr>
          <a:xfrm>
            <a:off x="4709160" y="4319280"/>
            <a:ext cx="388548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Deberes</a:t>
            </a:r>
            <a:r>
              <a:rPr lang="en-US" sz="1400" b="0" u="none" strike="noStrike">
                <a:solidFill>
                  <a:schemeClr val="dk2"/>
                </a:solidFill>
                <a:effectLst/>
                <a:uFillTx/>
                <a:latin typeface="Calibri"/>
              </a:rPr>
              <a:t> · por día y asignatura, con propuestas</a:t>
            </a:r>
            <a:endParaRPr lang="es-ES" sz="1400" b="0" u="none" strike="noStrike">
              <a:solidFill>
                <a:srgbClr val="FFFFFF"/>
              </a:solidFill>
              <a:effectLst/>
              <a:uFillTx/>
              <a:latin typeface="Arial"/>
            </a:endParaRPr>
          </a:p>
        </p:txBody>
      </p:sp>
      <p:sp>
        <p:nvSpPr>
          <p:cNvPr id="159" name="PlaceHolder 2"/>
          <p:cNvSpPr>
            <a:spLocks noGrp="1"/>
          </p:cNvSpPr>
          <p:nvPr>
            <p:ph type="sldNum" idx="10"/>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E08A06BB-D329-4599-80B0-C22C2414C302}"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Mancha violeta"/>
          <p:cNvSpPr/>
          <p:nvPr/>
        </p:nvSpPr>
        <p:spPr>
          <a:xfrm>
            <a:off x="-1097280" y="3017520"/>
            <a:ext cx="3291120" cy="3291120"/>
          </a:xfrm>
          <a:prstGeom prst="ellipse">
            <a:avLst/>
          </a:prstGeom>
          <a:solidFill>
            <a:schemeClr val="accent4">
              <a:alpha val="1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161"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Cambria"/>
              </a:rPr>
              <a:t>Un resumen semanal con IA</a:t>
            </a:r>
            <a:endParaRPr lang="es-ES" sz="3600" b="0" u="none" strike="noStrike">
              <a:solidFill>
                <a:schemeClr val="dk1"/>
              </a:solidFill>
              <a:effectLst/>
              <a:uFillTx/>
              <a:latin typeface="Calibri"/>
            </a:endParaRPr>
          </a:p>
        </p:txBody>
      </p:sp>
      <p:sp>
        <p:nvSpPr>
          <p:cNvPr id="162" name="Tarjeta de ejemplo del resumen"/>
          <p:cNvSpPr/>
          <p:nvPr/>
        </p:nvSpPr>
        <p:spPr>
          <a:xfrm>
            <a:off x="548640" y="1371600"/>
            <a:ext cx="4571280" cy="3062520"/>
          </a:xfrm>
          <a:prstGeom prst="roundRect">
            <a:avLst>
              <a:gd name="adj" fmla="val 5373"/>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63" name="Icono resumen (fondo)"/>
          <p:cNvSpPr/>
          <p:nvPr/>
        </p:nvSpPr>
        <p:spPr>
          <a:xfrm>
            <a:off x="822960" y="1600200"/>
            <a:ext cx="547920" cy="547920"/>
          </a:xfrm>
          <a:prstGeom prst="ellipse">
            <a:avLst/>
          </a:prstGeom>
          <a:solidFill>
            <a:schemeClr val="accent4">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164" name="Icono resumen" descr="Icono resumen"/>
          <p:cNvPicPr/>
          <p:nvPr/>
        </p:nvPicPr>
        <p:blipFill>
          <a:blip r:embed="rId1"/>
          <a:stretch/>
        </p:blipFill>
        <p:spPr>
          <a:xfrm>
            <a:off x="960120" y="1737360"/>
            <a:ext cx="273600" cy="273600"/>
          </a:xfrm>
          <a:prstGeom prst="rect">
            <a:avLst/>
          </a:prstGeom>
          <a:noFill/>
          <a:ln w="0">
            <a:noFill/>
          </a:ln>
        </p:spPr>
      </p:pic>
      <p:sp>
        <p:nvSpPr>
          <p:cNvPr id="165" name="Título del resumen"/>
          <p:cNvSpPr/>
          <p:nvPr/>
        </p:nvSpPr>
        <p:spPr>
          <a:xfrm>
            <a:off x="1508760" y="1600200"/>
            <a:ext cx="274248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Resumen de la semana</a:t>
            </a:r>
            <a:endParaRPr lang="es-ES" sz="1800" b="0" u="none" strike="noStrike">
              <a:solidFill>
                <a:srgbClr val="FFFFFF"/>
              </a:solidFill>
              <a:effectLst/>
              <a:uFillTx/>
              <a:latin typeface="Arial"/>
            </a:endParaRPr>
          </a:p>
        </p:txBody>
      </p:sp>
      <p:sp>
        <p:nvSpPr>
          <p:cNvPr id="166" name="Etiqueta ejemplo"/>
          <p:cNvSpPr/>
          <p:nvPr/>
        </p:nvSpPr>
        <p:spPr>
          <a:xfrm>
            <a:off x="4206240" y="1737360"/>
            <a:ext cx="685080" cy="273600"/>
          </a:xfrm>
          <a:prstGeom prst="roundRect">
            <a:avLst>
              <a:gd name="adj" fmla="val 46667"/>
            </a:avLst>
          </a:prstGeom>
          <a:solidFill>
            <a:schemeClr val="accent5">
              <a:alpha val="20000"/>
            </a:schemeClr>
          </a:solidFill>
          <a:ln w="9525">
            <a:solidFill>
              <a:srgbClr val="FCD34D"/>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chemeClr val="accent5"/>
                </a:solidFill>
                <a:effectLst/>
                <a:uFillTx/>
                <a:latin typeface="Calibri"/>
              </a:rPr>
              <a:t>EJEMPLO</a:t>
            </a:r>
            <a:endParaRPr lang="es-ES" sz="1000" b="0" u="none" strike="noStrike">
              <a:solidFill>
                <a:srgbClr val="000000"/>
              </a:solidFill>
              <a:effectLst/>
              <a:uFillTx/>
              <a:latin typeface="Arial"/>
            </a:endParaRPr>
          </a:p>
        </p:txBody>
      </p:sp>
      <p:sp>
        <p:nvSpPr>
          <p:cNvPr id="167" name="Texto de ejemplo del resumen"/>
          <p:cNvSpPr/>
          <p:nvPr/>
        </p:nvSpPr>
        <p:spPr>
          <a:xfrm>
            <a:off x="822960" y="2286000"/>
            <a:ext cx="4022640" cy="164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1"/>
                </a:solidFill>
                <a:effectLst/>
                <a:uFillTx/>
                <a:latin typeface="Calibri"/>
              </a:rPr>
              <a:t>Esta semana toca excursión al Museo del Prado: no olvidéis la autorización firmada y los 8 euros. </a:t>
            </a:r>
            <a:endParaRPr lang="es-ES" sz="1500" b="0" u="none" strike="noStrike">
              <a:solidFill>
                <a:srgbClr val="FFFFFF"/>
              </a:solidFill>
              <a:effectLst/>
              <a:uFillTx/>
              <a:latin typeface="Arial"/>
            </a:endParaRPr>
          </a:p>
          <a:p>
            <a:pPr defTabSz="914400">
              <a:lnSpc>
                <a:spcPct val="100000"/>
              </a:lnSpc>
              <a:tabLst>
                <a:tab pos="0" algn="l"/>
              </a:tabLst>
            </a:pPr>
            <a:endParaRPr lang="es-ES" sz="1500" b="0" u="none" strike="noStrike">
              <a:solidFill>
                <a:srgbClr val="FFFFFF"/>
              </a:solidFill>
              <a:effectLst/>
              <a:uFillTx/>
              <a:latin typeface="Arial"/>
            </a:endParaRPr>
          </a:p>
          <a:p>
            <a:pPr defTabSz="914400">
              <a:lnSpc>
                <a:spcPct val="100000"/>
              </a:lnSpc>
              <a:tabLst>
                <a:tab pos="0" algn="l"/>
              </a:tabLst>
            </a:pPr>
            <a:r>
              <a:rPr lang="en-US" sz="1500" b="0" u="none" strike="noStrike">
                <a:solidFill>
                  <a:schemeClr val="dk1"/>
                </a:solidFill>
                <a:effectLst/>
                <a:uFillTx/>
                <a:latin typeface="Calibri"/>
              </a:rPr>
              <a:t>El miércoles hay reunión de padres a las 17:30.</a:t>
            </a:r>
            <a:endParaRPr lang="es-ES" sz="1500" b="0" u="none" strike="noStrike">
              <a:solidFill>
                <a:srgbClr val="FFFFFF"/>
              </a:solidFill>
              <a:effectLst/>
              <a:uFillTx/>
              <a:latin typeface="Arial"/>
            </a:endParaRPr>
          </a:p>
          <a:p>
            <a:pPr defTabSz="914400">
              <a:lnSpc>
                <a:spcPct val="100000"/>
              </a:lnSpc>
              <a:tabLst>
                <a:tab pos="0" algn="l"/>
              </a:tabLst>
            </a:pPr>
            <a:endParaRPr lang="es-ES" sz="1500" b="0" u="none" strike="noStrike">
              <a:solidFill>
                <a:srgbClr val="FFFFFF"/>
              </a:solidFill>
              <a:effectLst/>
              <a:uFillTx/>
              <a:latin typeface="Arial"/>
            </a:endParaRPr>
          </a:p>
          <a:p>
            <a:pPr defTabSz="914400">
              <a:lnSpc>
                <a:spcPct val="100000"/>
              </a:lnSpc>
              <a:tabLst>
                <a:tab pos="0" algn="l"/>
              </a:tabLst>
            </a:pPr>
            <a:r>
              <a:rPr lang="en-US" sz="1500" b="0" u="none" strike="noStrike">
                <a:solidFill>
                  <a:schemeClr val="dk1"/>
                </a:solidFill>
                <a:effectLst/>
                <a:uFillTx/>
                <a:latin typeface="Calibri"/>
              </a:rPr>
              <a:t>Quedan deberes de Matemáticas y Lengua para mañana, y ya se puede pagar el regalo de la maestra.</a:t>
            </a:r>
            <a:endParaRPr lang="es-ES" sz="1500" b="0" u="none" strike="noStrike">
              <a:solidFill>
                <a:srgbClr val="FFFFFF"/>
              </a:solidFill>
              <a:effectLst/>
              <a:uFillTx/>
              <a:latin typeface="Arial"/>
            </a:endParaRPr>
          </a:p>
        </p:txBody>
      </p:sp>
      <p:sp>
        <p:nvSpPr>
          <p:cNvPr id="168" name="Dato Una vez por clase y semana"/>
          <p:cNvSpPr/>
          <p:nvPr/>
        </p:nvSpPr>
        <p:spPr>
          <a:xfrm>
            <a:off x="5486400" y="1371600"/>
            <a:ext cx="3108240" cy="1005120"/>
          </a:xfrm>
          <a:prstGeom prst="roundRect">
            <a:avLst>
              <a:gd name="adj" fmla="val 16364"/>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69" name="Icono Una vez por clase y semana (fondo)"/>
          <p:cNvSpPr/>
          <p:nvPr/>
        </p:nvSpPr>
        <p:spPr>
          <a:xfrm>
            <a:off x="5669280" y="1600200"/>
            <a:ext cx="547920" cy="54792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170" name="Icono Una vez por clase y semana" descr="Icono Una vez por clase y semana"/>
          <p:cNvPicPr/>
          <p:nvPr/>
        </p:nvPicPr>
        <p:blipFill>
          <a:blip r:embed="rId2"/>
          <a:stretch/>
        </p:blipFill>
        <p:spPr>
          <a:xfrm>
            <a:off x="5806440" y="1737360"/>
            <a:ext cx="273600" cy="273600"/>
          </a:xfrm>
          <a:prstGeom prst="rect">
            <a:avLst/>
          </a:prstGeom>
          <a:noFill/>
          <a:ln w="0">
            <a:noFill/>
          </a:ln>
        </p:spPr>
      </p:pic>
      <p:sp>
        <p:nvSpPr>
          <p:cNvPr id="171" name="Título Una vez por clase y semana"/>
          <p:cNvSpPr/>
          <p:nvPr/>
        </p:nvSpPr>
        <p:spPr>
          <a:xfrm>
            <a:off x="6355080" y="1463040"/>
            <a:ext cx="214812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Calibri"/>
              </a:rPr>
              <a:t>Una vez por clase y semana</a:t>
            </a:r>
            <a:endParaRPr lang="es-ES" sz="1400" b="0" u="none" strike="noStrike">
              <a:solidFill>
                <a:srgbClr val="FFFFFF"/>
              </a:solidFill>
              <a:effectLst/>
              <a:uFillTx/>
              <a:latin typeface="Arial"/>
            </a:endParaRPr>
          </a:p>
        </p:txBody>
      </p:sp>
      <p:sp>
        <p:nvSpPr>
          <p:cNvPr id="172" name="Texto Una vez por clase y semana"/>
          <p:cNvSpPr/>
          <p:nvPr/>
        </p:nvSpPr>
        <p:spPr>
          <a:xfrm>
            <a:off x="6355080" y="1828800"/>
            <a:ext cx="2148120" cy="456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Lo ven todas las familias, bajo demanda.</a:t>
            </a:r>
            <a:endParaRPr lang="es-ES" sz="1400" b="0" u="none" strike="noStrike">
              <a:solidFill>
                <a:srgbClr val="FFFFFF"/>
              </a:solidFill>
              <a:effectLst/>
              <a:uFillTx/>
              <a:latin typeface="Arial"/>
            </a:endParaRPr>
          </a:p>
        </p:txBody>
      </p:sp>
      <p:sp>
        <p:nvSpPr>
          <p:cNvPr id="173" name="Dato De 3 a 5 frases"/>
          <p:cNvSpPr/>
          <p:nvPr/>
        </p:nvSpPr>
        <p:spPr>
          <a:xfrm>
            <a:off x="5486400" y="2468880"/>
            <a:ext cx="3108240" cy="1005120"/>
          </a:xfrm>
          <a:prstGeom prst="roundRect">
            <a:avLst>
              <a:gd name="adj" fmla="val 16364"/>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74" name="Icono De 3 a 5 frases (fondo)"/>
          <p:cNvSpPr/>
          <p:nvPr/>
        </p:nvSpPr>
        <p:spPr>
          <a:xfrm>
            <a:off x="5669280" y="2697480"/>
            <a:ext cx="547920" cy="547920"/>
          </a:xfrm>
          <a:prstGeom prst="ellipse">
            <a:avLst/>
          </a:prstGeom>
          <a:solidFill>
            <a:schemeClr val="accent2">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175" name="Icono De 3 a 5 frases" descr="Icono De 3 a 5 frases"/>
          <p:cNvPicPr/>
          <p:nvPr/>
        </p:nvPicPr>
        <p:blipFill>
          <a:blip r:embed="rId3"/>
          <a:stretch/>
        </p:blipFill>
        <p:spPr>
          <a:xfrm>
            <a:off x="5806440" y="2834640"/>
            <a:ext cx="273600" cy="273600"/>
          </a:xfrm>
          <a:prstGeom prst="rect">
            <a:avLst/>
          </a:prstGeom>
          <a:noFill/>
          <a:ln w="0">
            <a:noFill/>
          </a:ln>
        </p:spPr>
      </p:pic>
      <p:sp>
        <p:nvSpPr>
          <p:cNvPr id="176" name="Título De 3 a 5 frases"/>
          <p:cNvSpPr/>
          <p:nvPr/>
        </p:nvSpPr>
        <p:spPr>
          <a:xfrm>
            <a:off x="6355080" y="2560320"/>
            <a:ext cx="214812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Calibri"/>
              </a:rPr>
              <a:t>De 3 a 5 frases</a:t>
            </a:r>
            <a:endParaRPr lang="es-ES" sz="1400" b="0" u="none" strike="noStrike">
              <a:solidFill>
                <a:srgbClr val="FFFFFF"/>
              </a:solidFill>
              <a:effectLst/>
              <a:uFillTx/>
              <a:latin typeface="Arial"/>
            </a:endParaRPr>
          </a:p>
        </p:txBody>
      </p:sp>
      <p:sp>
        <p:nvSpPr>
          <p:cNvPr id="177" name="Texto De 3 a 5 frases"/>
          <p:cNvSpPr/>
          <p:nvPr/>
        </p:nvSpPr>
        <p:spPr>
          <a:xfrm>
            <a:off x="6355080" y="2926080"/>
            <a:ext cx="2148120" cy="456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Cortito y fácil de leer.</a:t>
            </a:r>
            <a:endParaRPr lang="es-ES" sz="1400" b="0" u="none" strike="noStrike">
              <a:solidFill>
                <a:srgbClr val="FFFFFF"/>
              </a:solidFill>
              <a:effectLst/>
              <a:uFillTx/>
              <a:latin typeface="Arial"/>
            </a:endParaRPr>
          </a:p>
        </p:txBody>
      </p:sp>
      <p:sp>
        <p:nvSpPr>
          <p:cNvPr id="178" name="Dato Sin nombres de menores"/>
          <p:cNvSpPr/>
          <p:nvPr/>
        </p:nvSpPr>
        <p:spPr>
          <a:xfrm>
            <a:off x="5486400" y="3566160"/>
            <a:ext cx="3108240" cy="1005120"/>
          </a:xfrm>
          <a:prstGeom prst="roundRect">
            <a:avLst>
              <a:gd name="adj" fmla="val 16364"/>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79" name="Icono Sin nombres de menores (fondo)"/>
          <p:cNvSpPr/>
          <p:nvPr/>
        </p:nvSpPr>
        <p:spPr>
          <a:xfrm>
            <a:off x="5669280" y="3794760"/>
            <a:ext cx="547920" cy="547920"/>
          </a:xfrm>
          <a:prstGeom prst="ellipse">
            <a:avLst/>
          </a:prstGeom>
          <a:solidFill>
            <a:schemeClr val="accent3">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180" name="Icono Sin nombres de menores" descr="Icono Sin nombres de menores"/>
          <p:cNvPicPr/>
          <p:nvPr/>
        </p:nvPicPr>
        <p:blipFill>
          <a:blip r:embed="rId4"/>
          <a:stretch/>
        </p:blipFill>
        <p:spPr>
          <a:xfrm>
            <a:off x="5806440" y="3931920"/>
            <a:ext cx="273600" cy="273600"/>
          </a:xfrm>
          <a:prstGeom prst="rect">
            <a:avLst/>
          </a:prstGeom>
          <a:noFill/>
          <a:ln w="0">
            <a:noFill/>
          </a:ln>
        </p:spPr>
      </p:pic>
      <p:sp>
        <p:nvSpPr>
          <p:cNvPr id="181" name="Título Sin nombres de menores"/>
          <p:cNvSpPr/>
          <p:nvPr/>
        </p:nvSpPr>
        <p:spPr>
          <a:xfrm>
            <a:off x="6355080" y="3657600"/>
            <a:ext cx="214812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Calibri"/>
              </a:rPr>
              <a:t>Sin nombres de menores</a:t>
            </a:r>
            <a:endParaRPr lang="es-ES" sz="1400" b="0" u="none" strike="noStrike">
              <a:solidFill>
                <a:srgbClr val="FFFFFF"/>
              </a:solidFill>
              <a:effectLst/>
              <a:uFillTx/>
              <a:latin typeface="Arial"/>
            </a:endParaRPr>
          </a:p>
        </p:txBody>
      </p:sp>
      <p:sp>
        <p:nvSpPr>
          <p:cNvPr id="182" name="Texto Sin nombres de menores"/>
          <p:cNvSpPr/>
          <p:nvPr/>
        </p:nvSpPr>
        <p:spPr>
          <a:xfrm>
            <a:off x="6355080" y="4023360"/>
            <a:ext cx="2148120" cy="456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Solo un fragmento saneado de los avisos.</a:t>
            </a:r>
            <a:endParaRPr lang="es-ES" sz="1400" b="0" u="none" strike="noStrike">
              <a:solidFill>
                <a:srgbClr val="FFFFFF"/>
              </a:solidFill>
              <a:effectLst/>
              <a:uFillTx/>
              <a:latin typeface="Arial"/>
            </a:endParaRPr>
          </a:p>
        </p:txBody>
      </p:sp>
      <p:sp>
        <p:nvSpPr>
          <p:cNvPr id="183" name="PlaceHolder 2"/>
          <p:cNvSpPr>
            <a:spLocks noGrp="1"/>
          </p:cNvSpPr>
          <p:nvPr>
            <p:ph type="sldNum" idx="11"/>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EED8393A-D149-4374-B6B0-B1A71F6A1C31}"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Mancha violeta"/>
          <p:cNvSpPr/>
          <p:nvPr/>
        </p:nvSpPr>
        <p:spPr>
          <a:xfrm>
            <a:off x="7132320" y="-1463040"/>
            <a:ext cx="2925360" cy="2925360"/>
          </a:xfrm>
          <a:prstGeom prst="ellipse">
            <a:avLst/>
          </a:prstGeom>
          <a:solidFill>
            <a:schemeClr val="accent4">
              <a:alpha val="10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185"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s-ES" sz="3600" b="1" u="none" strike="noStrike">
                <a:solidFill>
                  <a:schemeClr val="dk1"/>
                </a:solidFill>
                <a:effectLst/>
                <a:uFillTx/>
                <a:latin typeface="Cambria"/>
              </a:rPr>
              <a:t>Tu cuenta y tus permisos</a:t>
            </a:r>
            <a:endParaRPr lang="es-ES" sz="3600" b="0" u="none" strike="noStrike">
              <a:solidFill>
                <a:schemeClr val="dk1"/>
              </a:solidFill>
              <a:effectLst/>
              <a:uFillTx/>
              <a:latin typeface="Calibri"/>
            </a:endParaRPr>
          </a:p>
        </p:txBody>
      </p:sp>
      <p:sp>
        <p:nvSpPr>
          <p:cNvPr id="186" name="Tarjeta Perfil editable"/>
          <p:cNvSpPr/>
          <p:nvPr/>
        </p:nvSpPr>
        <p:spPr>
          <a:xfrm>
            <a:off x="548640" y="137160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87" name="Icono Perfil editable (fondo)"/>
          <p:cNvSpPr/>
          <p:nvPr/>
        </p:nvSpPr>
        <p:spPr>
          <a:xfrm>
            <a:off x="777240" y="1572840"/>
            <a:ext cx="547920" cy="54792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188" name="Título Perfil editable"/>
          <p:cNvSpPr/>
          <p:nvPr/>
        </p:nvSpPr>
        <p:spPr>
          <a:xfrm>
            <a:off x="1463040" y="157284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Perfil editable</a:t>
            </a:r>
            <a:endParaRPr lang="es-ES" sz="1800" b="0" u="none" strike="noStrike">
              <a:solidFill>
                <a:srgbClr val="FFFFFF"/>
              </a:solidFill>
              <a:effectLst/>
              <a:uFillTx/>
              <a:latin typeface="Arial"/>
            </a:endParaRPr>
          </a:p>
        </p:txBody>
      </p:sp>
      <p:sp>
        <p:nvSpPr>
          <p:cNvPr id="189" name="Texto Perfil editable"/>
          <p:cNvSpPr/>
          <p:nvPr/>
        </p:nvSpPr>
        <p:spPr>
          <a:xfrm>
            <a:off x="777240" y="226764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Tu nombre y el de tus hijos.</a:t>
            </a:r>
            <a:endParaRPr lang="es-ES" sz="1400" b="0" u="none" strike="noStrike">
              <a:solidFill>
                <a:srgbClr val="FFFFFF"/>
              </a:solidFill>
              <a:effectLst/>
              <a:uFillTx/>
              <a:latin typeface="Arial"/>
            </a:endParaRPr>
          </a:p>
        </p:txBody>
      </p:sp>
      <p:sp>
        <p:nvSpPr>
          <p:cNvPr id="190" name="Tarjeta Contraseña"/>
          <p:cNvSpPr/>
          <p:nvPr/>
        </p:nvSpPr>
        <p:spPr>
          <a:xfrm>
            <a:off x="3314880" y="137160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91" name="Icono Contraseña (fondo)"/>
          <p:cNvSpPr/>
          <p:nvPr/>
        </p:nvSpPr>
        <p:spPr>
          <a:xfrm>
            <a:off x="3543480" y="1572840"/>
            <a:ext cx="547920" cy="547920"/>
          </a:xfrm>
          <a:prstGeom prst="ellipse">
            <a:avLst/>
          </a:prstGeom>
          <a:solidFill>
            <a:schemeClr val="accent2">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192" name="Título Contraseña"/>
          <p:cNvSpPr/>
          <p:nvPr/>
        </p:nvSpPr>
        <p:spPr>
          <a:xfrm>
            <a:off x="4229280" y="157284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Contraseña</a:t>
            </a:r>
            <a:endParaRPr lang="es-ES" sz="1800" b="0" u="none" strike="noStrike">
              <a:solidFill>
                <a:srgbClr val="FFFFFF"/>
              </a:solidFill>
              <a:effectLst/>
              <a:uFillTx/>
              <a:latin typeface="Arial"/>
            </a:endParaRPr>
          </a:p>
        </p:txBody>
      </p:sp>
      <p:sp>
        <p:nvSpPr>
          <p:cNvPr id="193" name="Texto Contraseña"/>
          <p:cNvSpPr/>
          <p:nvPr/>
        </p:nvSpPr>
        <p:spPr>
          <a:xfrm>
            <a:off x="3543480" y="226764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Al cambiarla se cierran tus sesiones.</a:t>
            </a:r>
            <a:endParaRPr lang="es-ES" sz="1400" b="0" u="none" strike="noStrike">
              <a:solidFill>
                <a:srgbClr val="FFFFFF"/>
              </a:solidFill>
              <a:effectLst/>
              <a:uFillTx/>
              <a:latin typeface="Arial"/>
            </a:endParaRPr>
          </a:p>
        </p:txBody>
      </p:sp>
      <p:sp>
        <p:nvSpPr>
          <p:cNvPr id="194" name="Tarjeta Editar y borrar"/>
          <p:cNvSpPr/>
          <p:nvPr/>
        </p:nvSpPr>
        <p:spPr>
          <a:xfrm>
            <a:off x="6080760" y="137160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95" name="Icono Editar y borrar (fondo)"/>
          <p:cNvSpPr/>
          <p:nvPr/>
        </p:nvSpPr>
        <p:spPr>
          <a:xfrm>
            <a:off x="6309360" y="1572840"/>
            <a:ext cx="547920" cy="547920"/>
          </a:xfrm>
          <a:prstGeom prst="ellipse">
            <a:avLst/>
          </a:prstGeom>
          <a:solidFill>
            <a:schemeClr val="accent3">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196" name="Título Editar y borrar"/>
          <p:cNvSpPr/>
          <p:nvPr/>
        </p:nvSpPr>
        <p:spPr>
          <a:xfrm>
            <a:off x="6995160" y="157284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Editar y borrar</a:t>
            </a:r>
            <a:endParaRPr lang="es-ES" sz="1800" b="0" u="none" strike="noStrike">
              <a:solidFill>
                <a:srgbClr val="FFFFFF"/>
              </a:solidFill>
              <a:effectLst/>
              <a:uFillTx/>
              <a:latin typeface="Arial"/>
            </a:endParaRPr>
          </a:p>
        </p:txBody>
      </p:sp>
      <p:sp>
        <p:nvSpPr>
          <p:cNvPr id="197" name="Texto Editar y borrar"/>
          <p:cNvSpPr/>
          <p:nvPr/>
        </p:nvSpPr>
        <p:spPr>
          <a:xfrm>
            <a:off x="6309360" y="226764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Solo su autor corrige o retira lo publicado.</a:t>
            </a:r>
            <a:endParaRPr lang="es-ES" sz="1400" b="0" u="none" strike="noStrike">
              <a:solidFill>
                <a:srgbClr val="FFFFFF"/>
              </a:solidFill>
              <a:effectLst/>
              <a:uFillTx/>
              <a:latin typeface="Arial"/>
            </a:endParaRPr>
          </a:p>
        </p:txBody>
      </p:sp>
      <p:sp>
        <p:nvSpPr>
          <p:cNvPr id="198" name="Tarjeta Roles por clase"/>
          <p:cNvSpPr/>
          <p:nvPr/>
        </p:nvSpPr>
        <p:spPr>
          <a:xfrm>
            <a:off x="548640" y="306324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199" name="Icono Roles por clase (fondo)"/>
          <p:cNvSpPr/>
          <p:nvPr/>
        </p:nvSpPr>
        <p:spPr>
          <a:xfrm>
            <a:off x="777240" y="3264480"/>
            <a:ext cx="547920" cy="547920"/>
          </a:xfrm>
          <a:prstGeom prst="ellipse">
            <a:avLst/>
          </a:prstGeom>
          <a:solidFill>
            <a:schemeClr val="accent4">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200" name="Título Roles por clase"/>
          <p:cNvSpPr/>
          <p:nvPr/>
        </p:nvSpPr>
        <p:spPr>
          <a:xfrm>
            <a:off x="1463040" y="326448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Roles por clase</a:t>
            </a:r>
            <a:endParaRPr lang="es-ES" sz="1800" b="0" u="none" strike="noStrike">
              <a:solidFill>
                <a:srgbClr val="FFFFFF"/>
              </a:solidFill>
              <a:effectLst/>
              <a:uFillTx/>
              <a:latin typeface="Arial"/>
            </a:endParaRPr>
          </a:p>
        </p:txBody>
      </p:sp>
      <p:sp>
        <p:nvSpPr>
          <p:cNvPr id="201" name="Texto Roles por clase"/>
          <p:cNvSpPr/>
          <p:nvPr/>
        </p:nvSpPr>
        <p:spPr>
          <a:xfrm>
            <a:off x="777240" y="395928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Delegado o participante en cada clase.</a:t>
            </a:r>
            <a:endParaRPr lang="es-ES" sz="1400" b="0" u="none" strike="noStrike">
              <a:solidFill>
                <a:srgbClr val="FFFFFF"/>
              </a:solidFill>
              <a:effectLst/>
              <a:uFillTx/>
              <a:latin typeface="Arial"/>
            </a:endParaRPr>
          </a:p>
        </p:txBody>
      </p:sp>
      <p:sp>
        <p:nvSpPr>
          <p:cNvPr id="202" name="Tarjeta Solo tu clase"/>
          <p:cNvSpPr/>
          <p:nvPr/>
        </p:nvSpPr>
        <p:spPr>
          <a:xfrm>
            <a:off x="3314880" y="306324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03" name="Icono Solo tu clase (fondo)"/>
          <p:cNvSpPr/>
          <p:nvPr/>
        </p:nvSpPr>
        <p:spPr>
          <a:xfrm>
            <a:off x="3543480" y="3264480"/>
            <a:ext cx="547920" cy="547920"/>
          </a:xfrm>
          <a:prstGeom prst="ellipse">
            <a:avLst/>
          </a:prstGeom>
          <a:solidFill>
            <a:schemeClr val="accent5">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204" name="Título Solo tu clase"/>
          <p:cNvSpPr/>
          <p:nvPr/>
        </p:nvSpPr>
        <p:spPr>
          <a:xfrm>
            <a:off x="4229280" y="326448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Solo tu clase</a:t>
            </a:r>
            <a:endParaRPr lang="es-ES" sz="1800" b="0" u="none" strike="noStrike">
              <a:solidFill>
                <a:srgbClr val="FFFFFF"/>
              </a:solidFill>
              <a:effectLst/>
              <a:uFillTx/>
              <a:latin typeface="Arial"/>
            </a:endParaRPr>
          </a:p>
        </p:txBody>
      </p:sp>
      <p:sp>
        <p:nvSpPr>
          <p:cNvPr id="205" name="Texto Solo tu clase"/>
          <p:cNvSpPr/>
          <p:nvPr/>
        </p:nvSpPr>
        <p:spPr>
          <a:xfrm>
            <a:off x="3543480" y="395928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Cada acción comprueba tu clase y tu rol.</a:t>
            </a:r>
            <a:endParaRPr lang="es-ES" sz="1400" b="0" u="none" strike="noStrike">
              <a:solidFill>
                <a:srgbClr val="FFFFFF"/>
              </a:solidFill>
              <a:effectLst/>
              <a:uFillTx/>
              <a:latin typeface="Arial"/>
            </a:endParaRPr>
          </a:p>
        </p:txBody>
      </p:sp>
      <p:sp>
        <p:nvSpPr>
          <p:cNvPr id="206" name="Tarjeta Páginas legales"/>
          <p:cNvSpPr/>
          <p:nvPr/>
        </p:nvSpPr>
        <p:spPr>
          <a:xfrm>
            <a:off x="6080760" y="306324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07" name="Icono Páginas legales (fondo)"/>
          <p:cNvSpPr/>
          <p:nvPr/>
        </p:nvSpPr>
        <p:spPr>
          <a:xfrm>
            <a:off x="6309360" y="3264480"/>
            <a:ext cx="547920" cy="54792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208" name="Título Páginas legales"/>
          <p:cNvSpPr/>
          <p:nvPr/>
        </p:nvSpPr>
        <p:spPr>
          <a:xfrm>
            <a:off x="6995160" y="326448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Legal</a:t>
            </a:r>
            <a:endParaRPr lang="es-ES" sz="1800" b="0" u="none" strike="noStrike">
              <a:solidFill>
                <a:srgbClr val="FFFFFF"/>
              </a:solidFill>
              <a:effectLst/>
              <a:uFillTx/>
              <a:latin typeface="Arial"/>
            </a:endParaRPr>
          </a:p>
        </p:txBody>
      </p:sp>
      <p:sp>
        <p:nvSpPr>
          <p:cNvPr id="209" name="Texto Páginas legales"/>
          <p:cNvSpPr/>
          <p:nvPr/>
        </p:nvSpPr>
        <p:spPr>
          <a:xfrm>
            <a:off x="6309360" y="395928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Privacidad, términos y cookies.</a:t>
            </a:r>
            <a:endParaRPr lang="es-ES" sz="1400" b="0" u="none" strike="noStrike">
              <a:solidFill>
                <a:srgbClr val="FFFFFF"/>
              </a:solidFill>
              <a:effectLst/>
              <a:uFillTx/>
              <a:latin typeface="Arial"/>
            </a:endParaRPr>
          </a:p>
        </p:txBody>
      </p:sp>
      <p:sp>
        <p:nvSpPr>
          <p:cNvPr id="210" name="PlaceHolder 2"/>
          <p:cNvSpPr>
            <a:spLocks noGrp="1"/>
          </p:cNvSpPr>
          <p:nvPr>
            <p:ph type="sldNum" idx="12"/>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0C8F9203-FFE9-49CD-86BD-B114DDA4E672}"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pic>
        <p:nvPicPr>
          <p:cNvPr id="211" name="Icono Perfil editable"/>
          <p:cNvPicPr/>
          <p:nvPr/>
        </p:nvPicPr>
        <p:blipFill>
          <a:blip r:embed="rId1">
            <a:extLst>
              <a:ext uri="{96DAC541-7B7A-43D3-8B79-37D633B846F1}">
                <asvg:svgBlip xmlns:asvg="http://schemas.microsoft.com/office/drawing/2016/SVG/main" r:embed="rId2"/>
              </a:ext>
            </a:extLst>
          </a:blip>
          <a:stretch/>
        </p:blipFill>
        <p:spPr>
          <a:xfrm>
            <a:off x="914400" y="1710000"/>
            <a:ext cx="273600" cy="273600"/>
          </a:xfrm>
          <a:prstGeom prst="rect">
            <a:avLst/>
          </a:prstGeom>
          <a:noFill/>
          <a:ln w="0">
            <a:noFill/>
          </a:ln>
        </p:spPr>
      </p:pic>
      <p:pic>
        <p:nvPicPr>
          <p:cNvPr id="212" name="Icono Contraseña"/>
          <p:cNvPicPr/>
          <p:nvPr/>
        </p:nvPicPr>
        <p:blipFill>
          <a:blip r:embed="rId3">
            <a:extLst>
              <a:ext uri="{96DAC541-7B7A-43D3-8B79-37D633B846F1}">
                <asvg:svgBlip xmlns:asvg="http://schemas.microsoft.com/office/drawing/2016/SVG/main" r:embed="rId4"/>
              </a:ext>
            </a:extLst>
          </a:blip>
          <a:stretch/>
        </p:blipFill>
        <p:spPr>
          <a:xfrm>
            <a:off x="3680640" y="1710000"/>
            <a:ext cx="273600" cy="273600"/>
          </a:xfrm>
          <a:prstGeom prst="rect">
            <a:avLst/>
          </a:prstGeom>
          <a:noFill/>
          <a:ln w="0">
            <a:noFill/>
          </a:ln>
        </p:spPr>
      </p:pic>
      <p:pic>
        <p:nvPicPr>
          <p:cNvPr id="213" name="Icono Editar y borrar"/>
          <p:cNvPicPr/>
          <p:nvPr/>
        </p:nvPicPr>
        <p:blipFill>
          <a:blip r:embed="rId5">
            <a:extLst>
              <a:ext uri="{96DAC541-7B7A-43D3-8B79-37D633B846F1}">
                <asvg:svgBlip xmlns:asvg="http://schemas.microsoft.com/office/drawing/2016/SVG/main" r:embed="rId6"/>
              </a:ext>
            </a:extLst>
          </a:blip>
          <a:stretch/>
        </p:blipFill>
        <p:spPr>
          <a:xfrm>
            <a:off x="6446520" y="1710000"/>
            <a:ext cx="273600" cy="273600"/>
          </a:xfrm>
          <a:prstGeom prst="rect">
            <a:avLst/>
          </a:prstGeom>
          <a:noFill/>
          <a:ln w="0">
            <a:noFill/>
          </a:ln>
        </p:spPr>
      </p:pic>
      <p:pic>
        <p:nvPicPr>
          <p:cNvPr id="214" name="Icono Roles por clase"/>
          <p:cNvPicPr/>
          <p:nvPr/>
        </p:nvPicPr>
        <p:blipFill>
          <a:blip r:embed="rId7">
            <a:extLst>
              <a:ext uri="{96DAC541-7B7A-43D3-8B79-37D633B846F1}">
                <asvg:svgBlip xmlns:asvg="http://schemas.microsoft.com/office/drawing/2016/SVG/main" r:embed="rId8"/>
              </a:ext>
            </a:extLst>
          </a:blip>
          <a:stretch/>
        </p:blipFill>
        <p:spPr>
          <a:xfrm>
            <a:off x="914400" y="3401640"/>
            <a:ext cx="273600" cy="273600"/>
          </a:xfrm>
          <a:prstGeom prst="rect">
            <a:avLst/>
          </a:prstGeom>
          <a:noFill/>
          <a:ln w="0">
            <a:noFill/>
          </a:ln>
        </p:spPr>
      </p:pic>
      <p:pic>
        <p:nvPicPr>
          <p:cNvPr id="215" name="Icono Solo tu clase"/>
          <p:cNvPicPr/>
          <p:nvPr/>
        </p:nvPicPr>
        <p:blipFill>
          <a:blip r:embed="rId9">
            <a:extLst>
              <a:ext uri="{96DAC541-7B7A-43D3-8B79-37D633B846F1}">
                <asvg:svgBlip xmlns:asvg="http://schemas.microsoft.com/office/drawing/2016/SVG/main" r:embed="rId10"/>
              </a:ext>
            </a:extLst>
          </a:blip>
          <a:stretch/>
        </p:blipFill>
        <p:spPr>
          <a:xfrm>
            <a:off x="3680640" y="3401640"/>
            <a:ext cx="273600" cy="273600"/>
          </a:xfrm>
          <a:prstGeom prst="rect">
            <a:avLst/>
          </a:prstGeom>
          <a:noFill/>
          <a:ln w="0">
            <a:noFill/>
          </a:ln>
        </p:spPr>
      </p:pic>
      <p:pic>
        <p:nvPicPr>
          <p:cNvPr id="216" name="Icono Páginas legales"/>
          <p:cNvPicPr/>
          <p:nvPr/>
        </p:nvPicPr>
        <p:blipFill>
          <a:blip r:embed="rId11">
            <a:extLst>
              <a:ext uri="{96DAC541-7B7A-43D3-8B79-37D633B846F1}">
                <asvg:svgBlip xmlns:asvg="http://schemas.microsoft.com/office/drawing/2016/SVG/main" r:embed="rId12"/>
              </a:ext>
            </a:extLst>
          </a:blip>
          <a:stretch/>
        </p:blipFill>
        <p:spPr>
          <a:xfrm>
            <a:off x="6446520" y="3401640"/>
            <a:ext cx="273600" cy="2736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Mancha azul"/>
          <p:cNvSpPr/>
          <p:nvPr/>
        </p:nvSpPr>
        <p:spPr>
          <a:xfrm>
            <a:off x="7132320" y="-1188720"/>
            <a:ext cx="2925360" cy="2925360"/>
          </a:xfrm>
          <a:prstGeom prst="ellipse">
            <a:avLst/>
          </a:prstGeom>
          <a:solidFill>
            <a:schemeClr val="accent1">
              <a:alpha val="10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218"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Cambria"/>
              </a:rPr>
              <a:t>Cómo está hecho</a:t>
            </a:r>
            <a:endParaRPr lang="es-ES" sz="3600" b="0" u="none" strike="noStrike">
              <a:solidFill>
                <a:schemeClr val="dk1"/>
              </a:solidFill>
              <a:effectLst/>
              <a:uFillTx/>
              <a:latin typeface="Calibri"/>
            </a:endParaRPr>
          </a:p>
        </p:txBody>
      </p:sp>
      <p:sp>
        <p:nvSpPr>
          <p:cNvPr id="219" name="Tarjeta Frontend"/>
          <p:cNvSpPr/>
          <p:nvPr/>
        </p:nvSpPr>
        <p:spPr>
          <a:xfrm>
            <a:off x="548640" y="1325880"/>
            <a:ext cx="2513880" cy="1599480"/>
          </a:xfrm>
          <a:prstGeom prst="roundRect">
            <a:avLst>
              <a:gd name="adj" fmla="val 10286"/>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20" name="Icono Frontend (fondo)"/>
          <p:cNvSpPr/>
          <p:nvPr/>
        </p:nvSpPr>
        <p:spPr>
          <a:xfrm>
            <a:off x="731520" y="1490400"/>
            <a:ext cx="456480" cy="45648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21" name="Icono Frontend" descr="Icono Frontend"/>
          <p:cNvPicPr/>
          <p:nvPr/>
        </p:nvPicPr>
        <p:blipFill>
          <a:blip r:embed="rId1"/>
          <a:stretch/>
        </p:blipFill>
        <p:spPr>
          <a:xfrm>
            <a:off x="846000" y="1604880"/>
            <a:ext cx="227880" cy="227880"/>
          </a:xfrm>
          <a:prstGeom prst="rect">
            <a:avLst/>
          </a:prstGeom>
          <a:noFill/>
          <a:ln w="0">
            <a:noFill/>
          </a:ln>
        </p:spPr>
      </p:pic>
      <p:sp>
        <p:nvSpPr>
          <p:cNvPr id="222" name="Título Frontend"/>
          <p:cNvSpPr/>
          <p:nvPr/>
        </p:nvSpPr>
        <p:spPr>
          <a:xfrm>
            <a:off x="1325880" y="1490400"/>
            <a:ext cx="15994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Frontend</a:t>
            </a:r>
            <a:endParaRPr lang="es-ES" sz="1800" b="0" u="none" strike="noStrike">
              <a:solidFill>
                <a:srgbClr val="FFFFFF"/>
              </a:solidFill>
              <a:effectLst/>
              <a:uFillTx/>
              <a:latin typeface="Arial"/>
            </a:endParaRPr>
          </a:p>
        </p:txBody>
      </p:sp>
      <p:sp>
        <p:nvSpPr>
          <p:cNvPr id="223" name="Etiqueta React 18"/>
          <p:cNvSpPr/>
          <p:nvPr/>
        </p:nvSpPr>
        <p:spPr>
          <a:xfrm>
            <a:off x="731520" y="2103120"/>
            <a:ext cx="849600" cy="273600"/>
          </a:xfrm>
          <a:prstGeom prst="roundRect">
            <a:avLst>
              <a:gd name="adj" fmla="val 56667"/>
            </a:avLst>
          </a:prstGeom>
          <a:solidFill>
            <a:schemeClr val="accent1">
              <a:alpha val="18000"/>
            </a:schemeClr>
          </a:solidFill>
          <a:ln w="9525">
            <a:solidFill>
              <a:schemeClr val="accent1">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React 18</a:t>
            </a:r>
            <a:endParaRPr lang="es-ES" sz="1200" b="0" u="none" strike="noStrike">
              <a:solidFill>
                <a:srgbClr val="000000"/>
              </a:solidFill>
              <a:effectLst/>
              <a:uFillTx/>
              <a:latin typeface="Arial"/>
            </a:endParaRPr>
          </a:p>
        </p:txBody>
      </p:sp>
      <p:sp>
        <p:nvSpPr>
          <p:cNvPr id="224" name="Etiqueta TypeScript"/>
          <p:cNvSpPr/>
          <p:nvPr/>
        </p:nvSpPr>
        <p:spPr>
          <a:xfrm>
            <a:off x="1654920" y="2103120"/>
            <a:ext cx="996120" cy="273600"/>
          </a:xfrm>
          <a:prstGeom prst="roundRect">
            <a:avLst>
              <a:gd name="adj" fmla="val 56667"/>
            </a:avLst>
          </a:prstGeom>
          <a:solidFill>
            <a:schemeClr val="accent1">
              <a:alpha val="18000"/>
            </a:schemeClr>
          </a:solidFill>
          <a:ln w="9525">
            <a:solidFill>
              <a:schemeClr val="accent1">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TypeScript</a:t>
            </a:r>
            <a:endParaRPr lang="es-ES" sz="1200" b="0" u="none" strike="noStrike">
              <a:solidFill>
                <a:srgbClr val="000000"/>
              </a:solidFill>
              <a:effectLst/>
              <a:uFillTx/>
              <a:latin typeface="Arial"/>
            </a:endParaRPr>
          </a:p>
        </p:txBody>
      </p:sp>
      <p:sp>
        <p:nvSpPr>
          <p:cNvPr id="225" name="Etiqueta Vite"/>
          <p:cNvSpPr/>
          <p:nvPr/>
        </p:nvSpPr>
        <p:spPr>
          <a:xfrm>
            <a:off x="731520" y="2450520"/>
            <a:ext cx="566280" cy="273600"/>
          </a:xfrm>
          <a:prstGeom prst="roundRect">
            <a:avLst>
              <a:gd name="adj" fmla="val 56667"/>
            </a:avLst>
          </a:prstGeom>
          <a:solidFill>
            <a:schemeClr val="accent1">
              <a:alpha val="18000"/>
            </a:schemeClr>
          </a:solidFill>
          <a:ln w="9525">
            <a:solidFill>
              <a:schemeClr val="accent1">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Vite</a:t>
            </a:r>
            <a:endParaRPr lang="es-ES" sz="1200" b="0" u="none" strike="noStrike">
              <a:solidFill>
                <a:srgbClr val="000000"/>
              </a:solidFill>
              <a:effectLst/>
              <a:uFillTx/>
              <a:latin typeface="Arial"/>
            </a:endParaRPr>
          </a:p>
        </p:txBody>
      </p:sp>
      <p:sp>
        <p:nvSpPr>
          <p:cNvPr id="226" name="Etiqueta Tailwind CSS"/>
          <p:cNvSpPr/>
          <p:nvPr/>
        </p:nvSpPr>
        <p:spPr>
          <a:xfrm>
            <a:off x="1371600" y="2450520"/>
            <a:ext cx="1142280" cy="273600"/>
          </a:xfrm>
          <a:prstGeom prst="roundRect">
            <a:avLst>
              <a:gd name="adj" fmla="val 56667"/>
            </a:avLst>
          </a:prstGeom>
          <a:solidFill>
            <a:schemeClr val="accent1">
              <a:alpha val="18000"/>
            </a:schemeClr>
          </a:solidFill>
          <a:ln w="9525">
            <a:solidFill>
              <a:schemeClr val="accent1">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Tailwind CSS</a:t>
            </a:r>
            <a:endParaRPr lang="es-ES" sz="1200" b="0" u="none" strike="noStrike">
              <a:solidFill>
                <a:srgbClr val="000000"/>
              </a:solidFill>
              <a:effectLst/>
              <a:uFillTx/>
              <a:latin typeface="Arial"/>
            </a:endParaRPr>
          </a:p>
        </p:txBody>
      </p:sp>
      <p:sp>
        <p:nvSpPr>
          <p:cNvPr id="227" name="Tarjeta Backend"/>
          <p:cNvSpPr/>
          <p:nvPr/>
        </p:nvSpPr>
        <p:spPr>
          <a:xfrm>
            <a:off x="3314880" y="1325880"/>
            <a:ext cx="2513880" cy="1599480"/>
          </a:xfrm>
          <a:prstGeom prst="roundRect">
            <a:avLst>
              <a:gd name="adj" fmla="val 10286"/>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28" name="Icono Backend (fondo)"/>
          <p:cNvSpPr/>
          <p:nvPr/>
        </p:nvSpPr>
        <p:spPr>
          <a:xfrm>
            <a:off x="3497760" y="1490400"/>
            <a:ext cx="456480" cy="456480"/>
          </a:xfrm>
          <a:prstGeom prst="ellipse">
            <a:avLst/>
          </a:prstGeom>
          <a:solidFill>
            <a:schemeClr val="accent2">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29" name="Icono Backend" descr="Icono Backend"/>
          <p:cNvPicPr/>
          <p:nvPr/>
        </p:nvPicPr>
        <p:blipFill>
          <a:blip r:embed="rId2"/>
          <a:stretch/>
        </p:blipFill>
        <p:spPr>
          <a:xfrm>
            <a:off x="3611880" y="1604880"/>
            <a:ext cx="227880" cy="227880"/>
          </a:xfrm>
          <a:prstGeom prst="rect">
            <a:avLst/>
          </a:prstGeom>
          <a:noFill/>
          <a:ln w="0">
            <a:noFill/>
          </a:ln>
        </p:spPr>
      </p:pic>
      <p:sp>
        <p:nvSpPr>
          <p:cNvPr id="230" name="Título Backend"/>
          <p:cNvSpPr/>
          <p:nvPr/>
        </p:nvSpPr>
        <p:spPr>
          <a:xfrm>
            <a:off x="4092120" y="1490400"/>
            <a:ext cx="15994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Backend</a:t>
            </a:r>
            <a:endParaRPr lang="es-ES" sz="1800" b="0" u="none" strike="noStrike">
              <a:solidFill>
                <a:srgbClr val="FFFFFF"/>
              </a:solidFill>
              <a:effectLst/>
              <a:uFillTx/>
              <a:latin typeface="Arial"/>
            </a:endParaRPr>
          </a:p>
        </p:txBody>
      </p:sp>
      <p:sp>
        <p:nvSpPr>
          <p:cNvPr id="231" name="Etiqueta .NET 10"/>
          <p:cNvSpPr/>
          <p:nvPr/>
        </p:nvSpPr>
        <p:spPr>
          <a:xfrm>
            <a:off x="3497760" y="2103120"/>
            <a:ext cx="776520" cy="273600"/>
          </a:xfrm>
          <a:prstGeom prst="roundRect">
            <a:avLst>
              <a:gd name="adj" fmla="val 56667"/>
            </a:avLst>
          </a:prstGeom>
          <a:solidFill>
            <a:schemeClr val="accent2">
              <a:alpha val="18000"/>
            </a:schemeClr>
          </a:solidFill>
          <a:ln w="9525">
            <a:solidFill>
              <a:schemeClr val="accent2">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.NET 10</a:t>
            </a:r>
            <a:endParaRPr lang="es-ES" sz="1200" b="0" u="none" strike="noStrike">
              <a:solidFill>
                <a:srgbClr val="000000"/>
              </a:solidFill>
              <a:effectLst/>
              <a:uFillTx/>
              <a:latin typeface="Arial"/>
            </a:endParaRPr>
          </a:p>
        </p:txBody>
      </p:sp>
      <p:sp>
        <p:nvSpPr>
          <p:cNvPr id="232" name="Etiqueta ASP.NET Core"/>
          <p:cNvSpPr/>
          <p:nvPr/>
        </p:nvSpPr>
        <p:spPr>
          <a:xfrm>
            <a:off x="4348080" y="2103120"/>
            <a:ext cx="1167840" cy="273600"/>
          </a:xfrm>
          <a:prstGeom prst="roundRect">
            <a:avLst>
              <a:gd name="adj" fmla="val 56667"/>
            </a:avLst>
          </a:prstGeom>
          <a:solidFill>
            <a:schemeClr val="accent2">
              <a:alpha val="18000"/>
            </a:schemeClr>
          </a:solidFill>
          <a:ln w="9525">
            <a:solidFill>
              <a:schemeClr val="accent2">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Vertical slice</a:t>
            </a:r>
            <a:endParaRPr lang="es-ES" sz="1200" b="0" u="none" strike="noStrike">
              <a:solidFill>
                <a:srgbClr val="000000"/>
              </a:solidFill>
              <a:effectLst/>
              <a:uFillTx/>
              <a:latin typeface="Arial"/>
            </a:endParaRPr>
          </a:p>
        </p:txBody>
      </p:sp>
      <p:sp>
        <p:nvSpPr>
          <p:cNvPr id="233" name="Etiqueta EF Core"/>
          <p:cNvSpPr/>
          <p:nvPr/>
        </p:nvSpPr>
        <p:spPr>
          <a:xfrm>
            <a:off x="4838760" y="2450520"/>
            <a:ext cx="774000" cy="273600"/>
          </a:xfrm>
          <a:prstGeom prst="roundRect">
            <a:avLst>
              <a:gd name="adj" fmla="val 56667"/>
            </a:avLst>
          </a:prstGeom>
          <a:solidFill>
            <a:schemeClr val="accent2">
              <a:alpha val="18000"/>
            </a:schemeClr>
          </a:solidFill>
          <a:ln w="9525">
            <a:solidFill>
              <a:schemeClr val="accent2">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EF Core</a:t>
            </a:r>
            <a:endParaRPr lang="es-ES" sz="1200" b="0" u="none" strike="noStrike">
              <a:solidFill>
                <a:srgbClr val="000000"/>
              </a:solidFill>
              <a:effectLst/>
              <a:uFillTx/>
              <a:latin typeface="Arial"/>
            </a:endParaRPr>
          </a:p>
        </p:txBody>
      </p:sp>
      <p:sp>
        <p:nvSpPr>
          <p:cNvPr id="234" name="Etiqueta MediatR"/>
          <p:cNvSpPr/>
          <p:nvPr/>
        </p:nvSpPr>
        <p:spPr>
          <a:xfrm>
            <a:off x="3492360" y="2450520"/>
            <a:ext cx="1294560" cy="273600"/>
          </a:xfrm>
          <a:prstGeom prst="roundRect">
            <a:avLst>
              <a:gd name="adj" fmla="val 56667"/>
            </a:avLst>
          </a:prstGeom>
          <a:solidFill>
            <a:schemeClr val="accent2">
              <a:alpha val="18000"/>
            </a:schemeClr>
          </a:solidFill>
          <a:ln w="9525">
            <a:solidFill>
              <a:schemeClr val="accent2">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CQRS · MediatR</a:t>
            </a:r>
            <a:endParaRPr lang="es-ES" sz="1200" b="0" u="none" strike="noStrike">
              <a:solidFill>
                <a:srgbClr val="000000"/>
              </a:solidFill>
              <a:effectLst/>
              <a:uFillTx/>
              <a:latin typeface="Arial"/>
            </a:endParaRPr>
          </a:p>
        </p:txBody>
      </p:sp>
      <p:sp>
        <p:nvSpPr>
          <p:cNvPr id="235" name="Tarjeta Datos"/>
          <p:cNvSpPr/>
          <p:nvPr/>
        </p:nvSpPr>
        <p:spPr>
          <a:xfrm>
            <a:off x="6080760" y="1325880"/>
            <a:ext cx="2513880" cy="1599480"/>
          </a:xfrm>
          <a:prstGeom prst="roundRect">
            <a:avLst>
              <a:gd name="adj" fmla="val 10286"/>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36" name="Icono Datos (fondo)"/>
          <p:cNvSpPr/>
          <p:nvPr/>
        </p:nvSpPr>
        <p:spPr>
          <a:xfrm>
            <a:off x="6263640" y="1490400"/>
            <a:ext cx="456480" cy="456480"/>
          </a:xfrm>
          <a:prstGeom prst="ellipse">
            <a:avLst/>
          </a:prstGeom>
          <a:solidFill>
            <a:schemeClr val="accent3">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37" name="Icono Datos" descr="Icono Datos"/>
          <p:cNvPicPr/>
          <p:nvPr/>
        </p:nvPicPr>
        <p:blipFill>
          <a:blip r:embed="rId3"/>
          <a:stretch/>
        </p:blipFill>
        <p:spPr>
          <a:xfrm>
            <a:off x="6378120" y="1604880"/>
            <a:ext cx="227880" cy="227880"/>
          </a:xfrm>
          <a:prstGeom prst="rect">
            <a:avLst/>
          </a:prstGeom>
          <a:noFill/>
          <a:ln w="0">
            <a:noFill/>
          </a:ln>
        </p:spPr>
      </p:pic>
      <p:sp>
        <p:nvSpPr>
          <p:cNvPr id="238" name="Título Datos"/>
          <p:cNvSpPr/>
          <p:nvPr/>
        </p:nvSpPr>
        <p:spPr>
          <a:xfrm>
            <a:off x="6858000" y="1490400"/>
            <a:ext cx="15994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Datos</a:t>
            </a:r>
            <a:endParaRPr lang="es-ES" sz="1800" b="0" u="none" strike="noStrike">
              <a:solidFill>
                <a:srgbClr val="FFFFFF"/>
              </a:solidFill>
              <a:effectLst/>
              <a:uFillTx/>
              <a:latin typeface="Arial"/>
            </a:endParaRPr>
          </a:p>
        </p:txBody>
      </p:sp>
      <p:sp>
        <p:nvSpPr>
          <p:cNvPr id="239" name="Etiqueta PostgreSQL 17"/>
          <p:cNvSpPr/>
          <p:nvPr/>
        </p:nvSpPr>
        <p:spPr>
          <a:xfrm>
            <a:off x="6263640" y="2103120"/>
            <a:ext cx="1215360" cy="273600"/>
          </a:xfrm>
          <a:prstGeom prst="roundRect">
            <a:avLst>
              <a:gd name="adj" fmla="val 56667"/>
            </a:avLst>
          </a:prstGeom>
          <a:solidFill>
            <a:schemeClr val="accent3">
              <a:alpha val="18000"/>
            </a:schemeClr>
          </a:solidFill>
          <a:ln w="9525">
            <a:solidFill>
              <a:schemeClr val="accent3">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PostgreSQL 17</a:t>
            </a:r>
            <a:endParaRPr lang="es-ES" sz="1200" b="0" u="none" strike="noStrike">
              <a:solidFill>
                <a:srgbClr val="000000"/>
              </a:solidFill>
              <a:effectLst/>
              <a:uFillTx/>
              <a:latin typeface="Arial"/>
            </a:endParaRPr>
          </a:p>
        </p:txBody>
      </p:sp>
      <p:sp>
        <p:nvSpPr>
          <p:cNvPr id="240" name="Etiqueta Docker"/>
          <p:cNvSpPr/>
          <p:nvPr/>
        </p:nvSpPr>
        <p:spPr>
          <a:xfrm>
            <a:off x="7552800" y="2103120"/>
            <a:ext cx="703440" cy="273600"/>
          </a:xfrm>
          <a:prstGeom prst="roundRect">
            <a:avLst>
              <a:gd name="adj" fmla="val 56667"/>
            </a:avLst>
          </a:prstGeom>
          <a:solidFill>
            <a:schemeClr val="accent3">
              <a:alpha val="18000"/>
            </a:schemeClr>
          </a:solidFill>
          <a:ln w="9525">
            <a:solidFill>
              <a:schemeClr val="accent3">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Docker</a:t>
            </a:r>
            <a:endParaRPr lang="es-ES" sz="1200" b="0" u="none" strike="noStrike">
              <a:solidFill>
                <a:srgbClr val="000000"/>
              </a:solidFill>
              <a:effectLst/>
              <a:uFillTx/>
              <a:latin typeface="Arial"/>
            </a:endParaRPr>
          </a:p>
        </p:txBody>
      </p:sp>
      <p:sp>
        <p:nvSpPr>
          <p:cNvPr id="241" name="Tarjeta IA"/>
          <p:cNvSpPr/>
          <p:nvPr/>
        </p:nvSpPr>
        <p:spPr>
          <a:xfrm>
            <a:off x="548640" y="3063240"/>
            <a:ext cx="2513880" cy="1599480"/>
          </a:xfrm>
          <a:prstGeom prst="roundRect">
            <a:avLst>
              <a:gd name="adj" fmla="val 10286"/>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42" name="Icono IA (fondo)"/>
          <p:cNvSpPr/>
          <p:nvPr/>
        </p:nvSpPr>
        <p:spPr>
          <a:xfrm>
            <a:off x="731520" y="3227760"/>
            <a:ext cx="456480" cy="456480"/>
          </a:xfrm>
          <a:prstGeom prst="ellipse">
            <a:avLst/>
          </a:prstGeom>
          <a:solidFill>
            <a:schemeClr val="accent4">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43" name="Icono IA" descr="Icono IA"/>
          <p:cNvPicPr/>
          <p:nvPr/>
        </p:nvPicPr>
        <p:blipFill>
          <a:blip r:embed="rId4"/>
          <a:stretch/>
        </p:blipFill>
        <p:spPr>
          <a:xfrm>
            <a:off x="846000" y="3342240"/>
            <a:ext cx="227880" cy="227880"/>
          </a:xfrm>
          <a:prstGeom prst="rect">
            <a:avLst/>
          </a:prstGeom>
          <a:noFill/>
          <a:ln w="0">
            <a:noFill/>
          </a:ln>
        </p:spPr>
      </p:pic>
      <p:sp>
        <p:nvSpPr>
          <p:cNvPr id="244" name="Título IA"/>
          <p:cNvSpPr/>
          <p:nvPr/>
        </p:nvSpPr>
        <p:spPr>
          <a:xfrm>
            <a:off x="1325880" y="3227760"/>
            <a:ext cx="15994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IA</a:t>
            </a:r>
            <a:endParaRPr lang="es-ES" sz="1800" b="0" u="none" strike="noStrike">
              <a:solidFill>
                <a:srgbClr val="FFFFFF"/>
              </a:solidFill>
              <a:effectLst/>
              <a:uFillTx/>
              <a:latin typeface="Arial"/>
            </a:endParaRPr>
          </a:p>
        </p:txBody>
      </p:sp>
      <p:sp>
        <p:nvSpPr>
          <p:cNvPr id="245" name="Etiqueta API de Anthropic"/>
          <p:cNvSpPr/>
          <p:nvPr/>
        </p:nvSpPr>
        <p:spPr>
          <a:xfrm>
            <a:off x="731520" y="3840480"/>
            <a:ext cx="1425600" cy="273600"/>
          </a:xfrm>
          <a:prstGeom prst="roundRect">
            <a:avLst>
              <a:gd name="adj" fmla="val 56667"/>
            </a:avLst>
          </a:prstGeom>
          <a:solidFill>
            <a:schemeClr val="accent4">
              <a:alpha val="18000"/>
            </a:schemeClr>
          </a:solidFill>
          <a:ln w="9525">
            <a:solidFill>
              <a:schemeClr val="accent4">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API de Anthropic</a:t>
            </a:r>
            <a:endParaRPr lang="es-ES" sz="1200" b="0" u="none" strike="noStrike">
              <a:solidFill>
                <a:srgbClr val="000000"/>
              </a:solidFill>
              <a:effectLst/>
              <a:uFillTx/>
              <a:latin typeface="Arial"/>
            </a:endParaRPr>
          </a:p>
        </p:txBody>
      </p:sp>
      <p:sp>
        <p:nvSpPr>
          <p:cNvPr id="246" name="Tarjeta Calidad"/>
          <p:cNvSpPr/>
          <p:nvPr/>
        </p:nvSpPr>
        <p:spPr>
          <a:xfrm>
            <a:off x="3314880" y="3063240"/>
            <a:ext cx="2513880" cy="1599480"/>
          </a:xfrm>
          <a:prstGeom prst="roundRect">
            <a:avLst>
              <a:gd name="adj" fmla="val 10286"/>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47" name="Icono Calidad (fondo)"/>
          <p:cNvSpPr/>
          <p:nvPr/>
        </p:nvSpPr>
        <p:spPr>
          <a:xfrm>
            <a:off x="3497760" y="3227760"/>
            <a:ext cx="456480" cy="456480"/>
          </a:xfrm>
          <a:prstGeom prst="ellipse">
            <a:avLst/>
          </a:prstGeom>
          <a:solidFill>
            <a:schemeClr val="accent5">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48" name="Icono Calidad" descr="Icono Calidad"/>
          <p:cNvPicPr/>
          <p:nvPr/>
        </p:nvPicPr>
        <p:blipFill>
          <a:blip r:embed="rId5"/>
          <a:stretch/>
        </p:blipFill>
        <p:spPr>
          <a:xfrm>
            <a:off x="3611880" y="3342240"/>
            <a:ext cx="227880" cy="227880"/>
          </a:xfrm>
          <a:prstGeom prst="rect">
            <a:avLst/>
          </a:prstGeom>
          <a:noFill/>
          <a:ln w="0">
            <a:noFill/>
          </a:ln>
        </p:spPr>
      </p:pic>
      <p:sp>
        <p:nvSpPr>
          <p:cNvPr id="249" name="Título Calidad"/>
          <p:cNvSpPr/>
          <p:nvPr/>
        </p:nvSpPr>
        <p:spPr>
          <a:xfrm>
            <a:off x="4092120" y="3227760"/>
            <a:ext cx="15994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Calidad</a:t>
            </a:r>
            <a:endParaRPr lang="es-ES" sz="1800" b="0" u="none" strike="noStrike">
              <a:solidFill>
                <a:srgbClr val="FFFFFF"/>
              </a:solidFill>
              <a:effectLst/>
              <a:uFillTx/>
              <a:latin typeface="Arial"/>
            </a:endParaRPr>
          </a:p>
        </p:txBody>
      </p:sp>
      <p:sp>
        <p:nvSpPr>
          <p:cNvPr id="250" name="Etiqueta NUnit"/>
          <p:cNvSpPr/>
          <p:nvPr/>
        </p:nvSpPr>
        <p:spPr>
          <a:xfrm>
            <a:off x="3497760" y="3840480"/>
            <a:ext cx="630360" cy="273600"/>
          </a:xfrm>
          <a:prstGeom prst="roundRect">
            <a:avLst>
              <a:gd name="adj" fmla="val 56667"/>
            </a:avLst>
          </a:prstGeom>
          <a:solidFill>
            <a:schemeClr val="accent5">
              <a:alpha val="18000"/>
            </a:schemeClr>
          </a:solidFill>
          <a:ln w="9525">
            <a:solidFill>
              <a:schemeClr val="accent5">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NUnit</a:t>
            </a:r>
            <a:endParaRPr lang="es-ES" sz="1200" b="0" u="none" strike="noStrike">
              <a:solidFill>
                <a:srgbClr val="000000"/>
              </a:solidFill>
              <a:effectLst/>
              <a:uFillTx/>
              <a:latin typeface="Arial"/>
            </a:endParaRPr>
          </a:p>
        </p:txBody>
      </p:sp>
      <p:sp>
        <p:nvSpPr>
          <p:cNvPr id="251" name="Etiqueta Moq"/>
          <p:cNvSpPr/>
          <p:nvPr/>
        </p:nvSpPr>
        <p:spPr>
          <a:xfrm>
            <a:off x="4201560" y="3840480"/>
            <a:ext cx="493200" cy="273600"/>
          </a:xfrm>
          <a:prstGeom prst="roundRect">
            <a:avLst>
              <a:gd name="adj" fmla="val 56667"/>
            </a:avLst>
          </a:prstGeom>
          <a:solidFill>
            <a:schemeClr val="accent5">
              <a:alpha val="18000"/>
            </a:schemeClr>
          </a:solidFill>
          <a:ln w="9525">
            <a:solidFill>
              <a:schemeClr val="accent5">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Moq</a:t>
            </a:r>
            <a:endParaRPr lang="es-ES" sz="1200" b="0" u="none" strike="noStrike">
              <a:solidFill>
                <a:srgbClr val="000000"/>
              </a:solidFill>
              <a:effectLst/>
              <a:uFillTx/>
              <a:latin typeface="Arial"/>
            </a:endParaRPr>
          </a:p>
        </p:txBody>
      </p:sp>
      <p:sp>
        <p:nvSpPr>
          <p:cNvPr id="252" name="Etiqueta Testcontainers"/>
          <p:cNvSpPr/>
          <p:nvPr/>
        </p:nvSpPr>
        <p:spPr>
          <a:xfrm>
            <a:off x="3497760" y="4187880"/>
            <a:ext cx="1279440" cy="273600"/>
          </a:xfrm>
          <a:prstGeom prst="roundRect">
            <a:avLst>
              <a:gd name="adj" fmla="val 56667"/>
            </a:avLst>
          </a:prstGeom>
          <a:solidFill>
            <a:schemeClr val="accent5">
              <a:alpha val="18000"/>
            </a:schemeClr>
          </a:solidFill>
          <a:ln w="9525">
            <a:solidFill>
              <a:schemeClr val="accent5">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Testcontainers</a:t>
            </a:r>
            <a:endParaRPr lang="es-ES" sz="1200" b="0" u="none" strike="noStrike">
              <a:solidFill>
                <a:srgbClr val="000000"/>
              </a:solidFill>
              <a:effectLst/>
              <a:uFillTx/>
              <a:latin typeface="Arial"/>
            </a:endParaRPr>
          </a:p>
        </p:txBody>
      </p:sp>
      <p:sp>
        <p:nvSpPr>
          <p:cNvPr id="253" name="Tarjeta Nube"/>
          <p:cNvSpPr/>
          <p:nvPr/>
        </p:nvSpPr>
        <p:spPr>
          <a:xfrm>
            <a:off x="6080760" y="3063240"/>
            <a:ext cx="2513880" cy="1599480"/>
          </a:xfrm>
          <a:prstGeom prst="roundRect">
            <a:avLst>
              <a:gd name="adj" fmla="val 10286"/>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54" name="Icono Nube (fondo)"/>
          <p:cNvSpPr/>
          <p:nvPr/>
        </p:nvSpPr>
        <p:spPr>
          <a:xfrm>
            <a:off x="6263640" y="3227760"/>
            <a:ext cx="456480" cy="45648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55" name="Icono Nube" descr="Icono Nube"/>
          <p:cNvPicPr/>
          <p:nvPr/>
        </p:nvPicPr>
        <p:blipFill>
          <a:blip r:embed="rId6"/>
          <a:stretch/>
        </p:blipFill>
        <p:spPr>
          <a:xfrm>
            <a:off x="6378120" y="3342240"/>
            <a:ext cx="227880" cy="227880"/>
          </a:xfrm>
          <a:prstGeom prst="rect">
            <a:avLst/>
          </a:prstGeom>
          <a:noFill/>
          <a:ln w="0">
            <a:noFill/>
          </a:ln>
        </p:spPr>
      </p:pic>
      <p:sp>
        <p:nvSpPr>
          <p:cNvPr id="256" name="Título Nube"/>
          <p:cNvSpPr/>
          <p:nvPr/>
        </p:nvSpPr>
        <p:spPr>
          <a:xfrm>
            <a:off x="6858000" y="3227760"/>
            <a:ext cx="15994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Nube</a:t>
            </a:r>
            <a:endParaRPr lang="es-ES" sz="1800" b="0" u="none" strike="noStrike">
              <a:solidFill>
                <a:srgbClr val="FFFFFF"/>
              </a:solidFill>
              <a:effectLst/>
              <a:uFillTx/>
              <a:latin typeface="Arial"/>
            </a:endParaRPr>
          </a:p>
        </p:txBody>
      </p:sp>
      <p:sp>
        <p:nvSpPr>
          <p:cNvPr id="257" name="Etiqueta Azure"/>
          <p:cNvSpPr/>
          <p:nvPr/>
        </p:nvSpPr>
        <p:spPr>
          <a:xfrm>
            <a:off x="6263640" y="3840480"/>
            <a:ext cx="630360" cy="273600"/>
          </a:xfrm>
          <a:prstGeom prst="roundRect">
            <a:avLst>
              <a:gd name="adj" fmla="val 56667"/>
            </a:avLst>
          </a:prstGeom>
          <a:solidFill>
            <a:schemeClr val="accent6">
              <a:alpha val="18000"/>
            </a:schemeClr>
          </a:solidFill>
          <a:ln w="9525">
            <a:solidFill>
              <a:schemeClr val="accent6">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Azure</a:t>
            </a:r>
            <a:endParaRPr lang="es-ES" sz="1200" b="0" u="none" strike="noStrike">
              <a:solidFill>
                <a:srgbClr val="FFFFFF"/>
              </a:solidFill>
              <a:effectLst/>
              <a:uFillTx/>
              <a:latin typeface="Arial"/>
            </a:endParaRPr>
          </a:p>
        </p:txBody>
      </p:sp>
      <p:sp>
        <p:nvSpPr>
          <p:cNvPr id="258" name="Etiqueta Terraform"/>
          <p:cNvSpPr/>
          <p:nvPr/>
        </p:nvSpPr>
        <p:spPr>
          <a:xfrm>
            <a:off x="6967800" y="3840480"/>
            <a:ext cx="922680" cy="273600"/>
          </a:xfrm>
          <a:prstGeom prst="roundRect">
            <a:avLst>
              <a:gd name="adj" fmla="val 56667"/>
            </a:avLst>
          </a:prstGeom>
          <a:solidFill>
            <a:schemeClr val="accent6">
              <a:alpha val="18000"/>
            </a:schemeClr>
          </a:solidFill>
          <a:ln w="9525">
            <a:solidFill>
              <a:schemeClr val="accent6">
                <a:alpha val="45000"/>
              </a:schemeClr>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chemeClr val="dk1"/>
                </a:solidFill>
                <a:effectLst/>
                <a:uFillTx/>
                <a:latin typeface="Calibri"/>
              </a:rPr>
              <a:t>Terraform</a:t>
            </a:r>
            <a:endParaRPr lang="es-ES" sz="1200" b="0" u="none" strike="noStrike">
              <a:solidFill>
                <a:srgbClr val="FFFFFF"/>
              </a:solidFill>
              <a:effectLst/>
              <a:uFillTx/>
              <a:latin typeface="Arial"/>
            </a:endParaRPr>
          </a:p>
        </p:txBody>
      </p:sp>
      <p:sp>
        <p:nvSpPr>
          <p:cNvPr id="259" name="Nota Nube"/>
          <p:cNvSpPr/>
          <p:nvPr/>
        </p:nvSpPr>
        <p:spPr>
          <a:xfrm>
            <a:off x="6263640" y="4224600"/>
            <a:ext cx="2148120" cy="273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94A3B8"/>
                </a:solidFill>
                <a:effectLst/>
                <a:uFillTx/>
                <a:latin typeface="Calibri"/>
              </a:rPr>
              <a:t>App Service + PostgreSQL</a:t>
            </a:r>
            <a:endParaRPr lang="es-ES" sz="1200" b="0" u="none" strike="noStrike">
              <a:solidFill>
                <a:srgbClr val="FFFFFF"/>
              </a:solidFill>
              <a:effectLst/>
              <a:uFillTx/>
              <a:latin typeface="Arial"/>
            </a:endParaRPr>
          </a:p>
        </p:txBody>
      </p:sp>
      <p:sp>
        <p:nvSpPr>
          <p:cNvPr id="260" name="PlaceHolder 2"/>
          <p:cNvSpPr>
            <a:spLocks noGrp="1"/>
          </p:cNvSpPr>
          <p:nvPr>
            <p:ph type="sldNum" idx="13"/>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C1FD8A72-5A80-4DFD-A32B-FC1ADF92DE05}"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Mancha menta"/>
          <p:cNvSpPr/>
          <p:nvPr/>
        </p:nvSpPr>
        <p:spPr>
          <a:xfrm>
            <a:off x="-1188720" y="3200400"/>
            <a:ext cx="3291120" cy="3291120"/>
          </a:xfrm>
          <a:prstGeom prst="ellipse">
            <a:avLst/>
          </a:prstGeom>
          <a:solidFill>
            <a:schemeClr val="accent3">
              <a:alpha val="10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262"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Cambria"/>
              </a:rPr>
              <a:t>Bien cimentado</a:t>
            </a:r>
            <a:endParaRPr lang="es-ES" sz="3600" b="0" u="none" strike="noStrike">
              <a:solidFill>
                <a:schemeClr val="dk1"/>
              </a:solidFill>
              <a:effectLst/>
              <a:uFillTx/>
              <a:latin typeface="Calibri"/>
            </a:endParaRPr>
          </a:p>
        </p:txBody>
      </p:sp>
      <p:sp>
        <p:nvSpPr>
          <p:cNvPr id="263" name="Dato 18"/>
          <p:cNvSpPr/>
          <p:nvPr/>
        </p:nvSpPr>
        <p:spPr>
          <a:xfrm>
            <a:off x="548640" y="1325880"/>
            <a:ext cx="2513880" cy="1690920"/>
          </a:xfrm>
          <a:prstGeom prst="roundRect">
            <a:avLst>
              <a:gd name="adj" fmla="val 973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64" name="Cifra 18"/>
          <p:cNvSpPr/>
          <p:nvPr/>
        </p:nvSpPr>
        <p:spPr>
          <a:xfrm>
            <a:off x="777240" y="1463040"/>
            <a:ext cx="2056680" cy="867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800" b="1" u="none" strike="noStrike">
                <a:solidFill>
                  <a:schemeClr val="accent1"/>
                </a:solidFill>
                <a:effectLst/>
                <a:uFillTx/>
                <a:latin typeface="Cambria"/>
                <a:ea typeface="Cambria"/>
              </a:rPr>
              <a:t>18</a:t>
            </a:r>
            <a:endParaRPr lang="es-ES" sz="4800" b="0" u="none" strike="noStrike">
              <a:solidFill>
                <a:srgbClr val="FFFFFF"/>
              </a:solidFill>
              <a:effectLst/>
              <a:uFillTx/>
              <a:latin typeface="Arial"/>
            </a:endParaRPr>
          </a:p>
        </p:txBody>
      </p:sp>
      <p:sp>
        <p:nvSpPr>
          <p:cNvPr id="265" name="Etiqueta 18"/>
          <p:cNvSpPr/>
          <p:nvPr/>
        </p:nvSpPr>
        <p:spPr>
          <a:xfrm>
            <a:off x="777240" y="237744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módulos, uno por cada parte de la app</a:t>
            </a:r>
            <a:endParaRPr lang="es-ES" sz="1400" b="0" u="none" strike="noStrike">
              <a:solidFill>
                <a:srgbClr val="FFFFFF"/>
              </a:solidFill>
              <a:effectLst/>
              <a:uFillTx/>
              <a:latin typeface="Arial"/>
            </a:endParaRPr>
          </a:p>
        </p:txBody>
      </p:sp>
      <p:sp>
        <p:nvSpPr>
          <p:cNvPr id="266" name="Dato 1.253"/>
          <p:cNvSpPr/>
          <p:nvPr/>
        </p:nvSpPr>
        <p:spPr>
          <a:xfrm>
            <a:off x="3314880" y="1325880"/>
            <a:ext cx="2513880" cy="1690920"/>
          </a:xfrm>
          <a:prstGeom prst="roundRect">
            <a:avLst>
              <a:gd name="adj" fmla="val 973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67" name="Cifra 1.253"/>
          <p:cNvSpPr/>
          <p:nvPr/>
        </p:nvSpPr>
        <p:spPr>
          <a:xfrm>
            <a:off x="3543480" y="1463040"/>
            <a:ext cx="2056680" cy="867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800" b="1" u="none" strike="noStrike">
                <a:solidFill>
                  <a:schemeClr val="accent2"/>
                </a:solidFill>
                <a:effectLst/>
                <a:uFillTx/>
                <a:latin typeface="Cambria"/>
                <a:ea typeface="Cambria"/>
              </a:rPr>
              <a:t>+1.300</a:t>
            </a:r>
            <a:endParaRPr lang="es-ES" sz="4800" b="0" u="none" strike="noStrike">
              <a:solidFill>
                <a:srgbClr val="FFFFFF"/>
              </a:solidFill>
              <a:effectLst/>
              <a:uFillTx/>
              <a:latin typeface="Arial"/>
            </a:endParaRPr>
          </a:p>
        </p:txBody>
      </p:sp>
      <p:sp>
        <p:nvSpPr>
          <p:cNvPr id="268" name="Etiqueta 1.253"/>
          <p:cNvSpPr/>
          <p:nvPr/>
        </p:nvSpPr>
        <p:spPr>
          <a:xfrm>
            <a:off x="3543480" y="237744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tests automáticos</a:t>
            </a:r>
            <a:endParaRPr lang="es-ES" sz="1400" b="0" u="none" strike="noStrike">
              <a:solidFill>
                <a:srgbClr val="FFFFFF"/>
              </a:solidFill>
              <a:effectLst/>
              <a:uFillTx/>
              <a:latin typeface="Arial"/>
            </a:endParaRPr>
          </a:p>
        </p:txBody>
      </p:sp>
      <p:sp>
        <p:nvSpPr>
          <p:cNvPr id="269" name="Dato 18.197"/>
          <p:cNvSpPr/>
          <p:nvPr/>
        </p:nvSpPr>
        <p:spPr>
          <a:xfrm>
            <a:off x="6080760" y="1325880"/>
            <a:ext cx="2513880" cy="1690920"/>
          </a:xfrm>
          <a:prstGeom prst="roundRect">
            <a:avLst>
              <a:gd name="adj" fmla="val 973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70" name="Cifra 18.197"/>
          <p:cNvSpPr/>
          <p:nvPr/>
        </p:nvSpPr>
        <p:spPr>
          <a:xfrm>
            <a:off x="6309360" y="1463040"/>
            <a:ext cx="2056680" cy="867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800" b="1" u="none" strike="noStrike">
                <a:solidFill>
                  <a:schemeClr val="accent3"/>
                </a:solidFill>
                <a:effectLst/>
                <a:uFillTx/>
                <a:latin typeface="Cambria"/>
                <a:ea typeface="Cambria"/>
              </a:rPr>
              <a:t>18.197</a:t>
            </a:r>
            <a:endParaRPr lang="es-ES" sz="4800" b="0" u="none" strike="noStrike">
              <a:solidFill>
                <a:srgbClr val="FFFFFF"/>
              </a:solidFill>
              <a:effectLst/>
              <a:uFillTx/>
              <a:latin typeface="Arial"/>
            </a:endParaRPr>
          </a:p>
        </p:txBody>
      </p:sp>
      <p:sp>
        <p:nvSpPr>
          <p:cNvPr id="271" name="Etiqueta 18.197"/>
          <p:cNvSpPr/>
          <p:nvPr/>
        </p:nvSpPr>
        <p:spPr>
          <a:xfrm>
            <a:off x="6309360" y="237744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colegios oficiales cargados</a:t>
            </a:r>
            <a:endParaRPr lang="es-ES" sz="1400" b="0" u="none" strike="noStrike">
              <a:solidFill>
                <a:srgbClr val="FFFFFF"/>
              </a:solidFill>
              <a:effectLst/>
              <a:uFillTx/>
              <a:latin typeface="Arial"/>
            </a:endParaRPr>
          </a:p>
        </p:txBody>
      </p:sp>
      <p:sp>
        <p:nvSpPr>
          <p:cNvPr id="272" name="Tarjeta Sesión segura"/>
          <p:cNvSpPr/>
          <p:nvPr/>
        </p:nvSpPr>
        <p:spPr>
          <a:xfrm>
            <a:off x="548640" y="3200400"/>
            <a:ext cx="2513880" cy="1416600"/>
          </a:xfrm>
          <a:prstGeom prst="roundRect">
            <a:avLst>
              <a:gd name="adj" fmla="val 11613"/>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73" name="Icono Sesión segura (fondo)"/>
          <p:cNvSpPr/>
          <p:nvPr/>
        </p:nvSpPr>
        <p:spPr>
          <a:xfrm>
            <a:off x="731520" y="3337560"/>
            <a:ext cx="456480" cy="456480"/>
          </a:xfrm>
          <a:prstGeom prst="ellipse">
            <a:avLst/>
          </a:prstGeom>
          <a:solidFill>
            <a:schemeClr val="accent4">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74" name="Icono Sesión segura" descr="Icono Sesión segura"/>
          <p:cNvPicPr/>
          <p:nvPr/>
        </p:nvPicPr>
        <p:blipFill>
          <a:blip r:embed="rId1"/>
          <a:stretch/>
        </p:blipFill>
        <p:spPr>
          <a:xfrm>
            <a:off x="846000" y="3452040"/>
            <a:ext cx="227880" cy="227880"/>
          </a:xfrm>
          <a:prstGeom prst="rect">
            <a:avLst/>
          </a:prstGeom>
          <a:noFill/>
          <a:ln w="0">
            <a:noFill/>
          </a:ln>
        </p:spPr>
      </p:pic>
      <p:sp>
        <p:nvSpPr>
          <p:cNvPr id="275" name="Título Sesión segura"/>
          <p:cNvSpPr/>
          <p:nvPr/>
        </p:nvSpPr>
        <p:spPr>
          <a:xfrm>
            <a:off x="1325880" y="3337560"/>
            <a:ext cx="15994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1"/>
                </a:solidFill>
                <a:effectLst/>
                <a:uFillTx/>
                <a:latin typeface="Calibri"/>
              </a:rPr>
              <a:t>Sesión segura</a:t>
            </a:r>
            <a:endParaRPr lang="es-ES" sz="1600" b="0" u="none" strike="noStrike">
              <a:solidFill>
                <a:srgbClr val="FFFFFF"/>
              </a:solidFill>
              <a:effectLst/>
              <a:uFillTx/>
              <a:latin typeface="Arial"/>
            </a:endParaRPr>
          </a:p>
        </p:txBody>
      </p:sp>
      <p:sp>
        <p:nvSpPr>
          <p:cNvPr id="276" name="Texto Sesión segura"/>
          <p:cNvSpPr/>
          <p:nvPr/>
        </p:nvSpPr>
        <p:spPr>
          <a:xfrm>
            <a:off x="731520" y="3931920"/>
            <a:ext cx="2148120" cy="593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JWT en memoria y cookie de refresco rotatoria.</a:t>
            </a:r>
            <a:endParaRPr lang="es-ES" sz="1400" b="0" u="none" strike="noStrike">
              <a:solidFill>
                <a:srgbClr val="FFFFFF"/>
              </a:solidFill>
              <a:effectLst/>
              <a:uFillTx/>
              <a:latin typeface="Arial"/>
            </a:endParaRPr>
          </a:p>
        </p:txBody>
      </p:sp>
      <p:sp>
        <p:nvSpPr>
          <p:cNvPr id="277" name="Tarjeta API sincronizada"/>
          <p:cNvSpPr/>
          <p:nvPr/>
        </p:nvSpPr>
        <p:spPr>
          <a:xfrm>
            <a:off x="3314880" y="3200400"/>
            <a:ext cx="2513880" cy="1416600"/>
          </a:xfrm>
          <a:prstGeom prst="roundRect">
            <a:avLst>
              <a:gd name="adj" fmla="val 11613"/>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78" name="Icono API sincronizada (fondo)"/>
          <p:cNvSpPr/>
          <p:nvPr/>
        </p:nvSpPr>
        <p:spPr>
          <a:xfrm>
            <a:off x="3497760" y="3337560"/>
            <a:ext cx="456480" cy="456480"/>
          </a:xfrm>
          <a:prstGeom prst="ellipse">
            <a:avLst/>
          </a:prstGeom>
          <a:solidFill>
            <a:schemeClr val="accent5">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79" name="Icono API sincronizada" descr="Icono API sincronizada"/>
          <p:cNvPicPr/>
          <p:nvPr/>
        </p:nvPicPr>
        <p:blipFill>
          <a:blip r:embed="rId2"/>
          <a:stretch/>
        </p:blipFill>
        <p:spPr>
          <a:xfrm>
            <a:off x="3611880" y="3452040"/>
            <a:ext cx="227880" cy="227880"/>
          </a:xfrm>
          <a:prstGeom prst="rect">
            <a:avLst/>
          </a:prstGeom>
          <a:noFill/>
          <a:ln w="0">
            <a:noFill/>
          </a:ln>
        </p:spPr>
      </p:pic>
      <p:sp>
        <p:nvSpPr>
          <p:cNvPr id="280" name="Título API sincronizada"/>
          <p:cNvSpPr/>
          <p:nvPr/>
        </p:nvSpPr>
        <p:spPr>
          <a:xfrm>
            <a:off x="4092120" y="3337560"/>
            <a:ext cx="15994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1"/>
                </a:solidFill>
                <a:effectLst/>
                <a:uFillTx/>
                <a:latin typeface="Calibri"/>
              </a:rPr>
              <a:t>API sincronizada</a:t>
            </a:r>
            <a:endParaRPr lang="es-ES" sz="1600" b="0" u="none" strike="noStrike">
              <a:solidFill>
                <a:srgbClr val="FFFFFF"/>
              </a:solidFill>
              <a:effectLst/>
              <a:uFillTx/>
              <a:latin typeface="Arial"/>
            </a:endParaRPr>
          </a:p>
        </p:txBody>
      </p:sp>
      <p:sp>
        <p:nvSpPr>
          <p:cNvPr id="281" name="Texto API sincronizada"/>
          <p:cNvSpPr/>
          <p:nvPr/>
        </p:nvSpPr>
        <p:spPr>
          <a:xfrm>
            <a:off x="3497760" y="3931920"/>
            <a:ext cx="2148120" cy="593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Cliente NSwag generado; la API sirve también la web.</a:t>
            </a:r>
            <a:endParaRPr lang="es-ES" sz="1400" b="0" u="none" strike="noStrike">
              <a:solidFill>
                <a:srgbClr val="FFFFFF"/>
              </a:solidFill>
              <a:effectLst/>
              <a:uFillTx/>
              <a:latin typeface="Arial"/>
            </a:endParaRPr>
          </a:p>
        </p:txBody>
      </p:sp>
      <p:sp>
        <p:nvSpPr>
          <p:cNvPr id="282" name="Tarjeta Nube como código"/>
          <p:cNvSpPr/>
          <p:nvPr/>
        </p:nvSpPr>
        <p:spPr>
          <a:xfrm>
            <a:off x="6080760" y="3200400"/>
            <a:ext cx="2513880" cy="1416600"/>
          </a:xfrm>
          <a:prstGeom prst="roundRect">
            <a:avLst>
              <a:gd name="adj" fmla="val 11613"/>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83" name="Icono Nube como código (fondo)"/>
          <p:cNvSpPr/>
          <p:nvPr/>
        </p:nvSpPr>
        <p:spPr>
          <a:xfrm>
            <a:off x="6263640" y="3337560"/>
            <a:ext cx="456480" cy="45648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84" name="Icono Nube como código" descr="Icono Nube como código"/>
          <p:cNvPicPr/>
          <p:nvPr/>
        </p:nvPicPr>
        <p:blipFill>
          <a:blip r:embed="rId3"/>
          <a:stretch/>
        </p:blipFill>
        <p:spPr>
          <a:xfrm>
            <a:off x="6378120" y="3452040"/>
            <a:ext cx="227880" cy="227880"/>
          </a:xfrm>
          <a:prstGeom prst="rect">
            <a:avLst/>
          </a:prstGeom>
          <a:noFill/>
          <a:ln w="0">
            <a:noFill/>
          </a:ln>
        </p:spPr>
      </p:pic>
      <p:sp>
        <p:nvSpPr>
          <p:cNvPr id="285" name="Título Nube como código"/>
          <p:cNvSpPr/>
          <p:nvPr/>
        </p:nvSpPr>
        <p:spPr>
          <a:xfrm>
            <a:off x="6858000" y="3337560"/>
            <a:ext cx="15994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1"/>
                </a:solidFill>
                <a:effectLst/>
                <a:uFillTx/>
                <a:latin typeface="Calibri"/>
              </a:rPr>
              <a:t>Nube como código</a:t>
            </a:r>
            <a:endParaRPr lang="es-ES" sz="1600" b="0" u="none" strike="noStrike">
              <a:solidFill>
                <a:srgbClr val="FFFFFF"/>
              </a:solidFill>
              <a:effectLst/>
              <a:uFillTx/>
              <a:latin typeface="Arial"/>
            </a:endParaRPr>
          </a:p>
        </p:txBody>
      </p:sp>
      <p:sp>
        <p:nvSpPr>
          <p:cNvPr id="286" name="Texto Nube como código"/>
          <p:cNvSpPr/>
          <p:nvPr/>
        </p:nvSpPr>
        <p:spPr>
          <a:xfrm>
            <a:off x="6263640" y="3931920"/>
            <a:ext cx="2148120" cy="593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Azure con Terraform: App Service y PostgreSQL.</a:t>
            </a:r>
            <a:endParaRPr lang="es-ES" sz="1400" b="0" u="none" strike="noStrike">
              <a:solidFill>
                <a:srgbClr val="FFFFFF"/>
              </a:solidFill>
              <a:effectLst/>
              <a:uFillTx/>
              <a:latin typeface="Arial"/>
            </a:endParaRPr>
          </a:p>
        </p:txBody>
      </p:sp>
      <p:sp>
        <p:nvSpPr>
          <p:cNvPr id="287" name="PlaceHolder 2"/>
          <p:cNvSpPr>
            <a:spLocks noGrp="1"/>
          </p:cNvSpPr>
          <p:nvPr>
            <p:ph type="sldNum" idx="14"/>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4AF74F39-BB30-4686-BEF1-211B03414198}"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Mancha rosa"/>
          <p:cNvSpPr/>
          <p:nvPr/>
        </p:nvSpPr>
        <p:spPr>
          <a:xfrm>
            <a:off x="7040880" y="3017520"/>
            <a:ext cx="3291120" cy="3291120"/>
          </a:xfrm>
          <a:prstGeom prst="ellipse">
            <a:avLst/>
          </a:prstGeom>
          <a:solidFill>
            <a:schemeClr val="accent2">
              <a:alpha val="10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289"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Cambria"/>
              </a:rPr>
              <a:t>Lo que viene</a:t>
            </a:r>
            <a:endParaRPr lang="es-ES" sz="3600" b="0" u="none" strike="noStrike">
              <a:solidFill>
                <a:schemeClr val="dk1"/>
              </a:solidFill>
              <a:effectLst/>
              <a:uFillTx/>
              <a:latin typeface="Calibri"/>
            </a:endParaRPr>
          </a:p>
        </p:txBody>
      </p:sp>
      <p:sp>
        <p:nvSpPr>
          <p:cNvPr id="290" name="Tarjeta Segundo tutor"/>
          <p:cNvSpPr/>
          <p:nvPr/>
        </p:nvSpPr>
        <p:spPr>
          <a:xfrm>
            <a:off x="548640" y="1554480"/>
            <a:ext cx="2513880" cy="2513880"/>
          </a:xfrm>
          <a:prstGeom prst="roundRect">
            <a:avLst>
              <a:gd name="adj" fmla="val 6545"/>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91" name="Icono Segundo tutor (fondo)"/>
          <p:cNvSpPr/>
          <p:nvPr/>
        </p:nvSpPr>
        <p:spPr>
          <a:xfrm>
            <a:off x="822960" y="1783080"/>
            <a:ext cx="730800" cy="730800"/>
          </a:xfrm>
          <a:prstGeom prst="ellipse">
            <a:avLst/>
          </a:prstGeom>
          <a:solidFill>
            <a:schemeClr val="accent2">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92" name="Icono Segundo tutor" descr="Icono Segundo tutor"/>
          <p:cNvPicPr/>
          <p:nvPr/>
        </p:nvPicPr>
        <p:blipFill>
          <a:blip r:embed="rId1"/>
          <a:stretch/>
        </p:blipFill>
        <p:spPr>
          <a:xfrm>
            <a:off x="1005840" y="1965960"/>
            <a:ext cx="365040" cy="365040"/>
          </a:xfrm>
          <a:prstGeom prst="rect">
            <a:avLst/>
          </a:prstGeom>
          <a:noFill/>
          <a:ln w="0">
            <a:noFill/>
          </a:ln>
        </p:spPr>
      </p:pic>
      <p:sp>
        <p:nvSpPr>
          <p:cNvPr id="293" name="Título Segundo tutor"/>
          <p:cNvSpPr/>
          <p:nvPr/>
        </p:nvSpPr>
        <p:spPr>
          <a:xfrm>
            <a:off x="822960" y="2697480"/>
            <a:ext cx="196524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Segundo tutor</a:t>
            </a:r>
            <a:endParaRPr lang="es-ES" sz="2000" b="0" u="none" strike="noStrike">
              <a:solidFill>
                <a:srgbClr val="FFFFFF"/>
              </a:solidFill>
              <a:effectLst/>
              <a:uFillTx/>
              <a:latin typeface="Arial"/>
            </a:endParaRPr>
          </a:p>
        </p:txBody>
      </p:sp>
      <p:sp>
        <p:nvSpPr>
          <p:cNvPr id="294" name="Texto Segundo tutor"/>
          <p:cNvSpPr/>
          <p:nvPr/>
        </p:nvSpPr>
        <p:spPr>
          <a:xfrm>
            <a:off x="822960" y="3154680"/>
            <a:ext cx="1965240" cy="776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Que se una a un niño con una invitación.</a:t>
            </a:r>
            <a:endParaRPr lang="es-ES" sz="1400" b="0" u="none" strike="noStrike">
              <a:solidFill>
                <a:srgbClr val="FFFFFF"/>
              </a:solidFill>
              <a:effectLst/>
              <a:uFillTx/>
              <a:latin typeface="Arial"/>
            </a:endParaRPr>
          </a:p>
        </p:txBody>
      </p:sp>
      <p:sp>
        <p:nvSpPr>
          <p:cNvPr id="295" name="Tarjeta Notificaciones"/>
          <p:cNvSpPr/>
          <p:nvPr/>
        </p:nvSpPr>
        <p:spPr>
          <a:xfrm>
            <a:off x="3314880" y="1554480"/>
            <a:ext cx="2513880" cy="2513880"/>
          </a:xfrm>
          <a:prstGeom prst="roundRect">
            <a:avLst>
              <a:gd name="adj" fmla="val 6545"/>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296" name="Icono Notificaciones (fondo)"/>
          <p:cNvSpPr/>
          <p:nvPr/>
        </p:nvSpPr>
        <p:spPr>
          <a:xfrm>
            <a:off x="3589200" y="1783080"/>
            <a:ext cx="730800" cy="730800"/>
          </a:xfrm>
          <a:prstGeom prst="ellipse">
            <a:avLst/>
          </a:prstGeom>
          <a:solidFill>
            <a:schemeClr val="accent5">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297" name="Icono Notificaciones" descr="Icono Notificaciones"/>
          <p:cNvPicPr/>
          <p:nvPr/>
        </p:nvPicPr>
        <p:blipFill>
          <a:blip r:embed="rId2"/>
          <a:stretch/>
        </p:blipFill>
        <p:spPr>
          <a:xfrm>
            <a:off x="3772080" y="1965960"/>
            <a:ext cx="365040" cy="365040"/>
          </a:xfrm>
          <a:prstGeom prst="rect">
            <a:avLst/>
          </a:prstGeom>
          <a:noFill/>
          <a:ln w="0">
            <a:noFill/>
          </a:ln>
        </p:spPr>
      </p:pic>
      <p:sp>
        <p:nvSpPr>
          <p:cNvPr id="298" name="Título Notificaciones"/>
          <p:cNvSpPr/>
          <p:nvPr/>
        </p:nvSpPr>
        <p:spPr>
          <a:xfrm>
            <a:off x="3589200" y="2697480"/>
            <a:ext cx="196524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Notificaciones</a:t>
            </a:r>
            <a:endParaRPr lang="es-ES" sz="2000" b="0" u="none" strike="noStrike">
              <a:solidFill>
                <a:srgbClr val="FFFFFF"/>
              </a:solidFill>
              <a:effectLst/>
              <a:uFillTx/>
              <a:latin typeface="Arial"/>
            </a:endParaRPr>
          </a:p>
        </p:txBody>
      </p:sp>
      <p:sp>
        <p:nvSpPr>
          <p:cNvPr id="299" name="Texto Notificaciones"/>
          <p:cNvSpPr/>
          <p:nvPr/>
        </p:nvSpPr>
        <p:spPr>
          <a:xfrm>
            <a:off x="3589200" y="3154680"/>
            <a:ext cx="1965240" cy="776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Push, fuera del MVP. Incluirían avisos de reclamaciones.</a:t>
            </a:r>
            <a:endParaRPr lang="es-ES" sz="1400" b="0" u="none" strike="noStrike">
              <a:solidFill>
                <a:srgbClr val="FFFFFF"/>
              </a:solidFill>
              <a:effectLst/>
              <a:uFillTx/>
              <a:latin typeface="Arial"/>
            </a:endParaRPr>
          </a:p>
        </p:txBody>
      </p:sp>
      <p:sp>
        <p:nvSpPr>
          <p:cNvPr id="300" name="Tarjeta Fotos en objetos"/>
          <p:cNvSpPr/>
          <p:nvPr/>
        </p:nvSpPr>
        <p:spPr>
          <a:xfrm>
            <a:off x="6080760" y="1554480"/>
            <a:ext cx="2513880" cy="2513880"/>
          </a:xfrm>
          <a:prstGeom prst="roundRect">
            <a:avLst>
              <a:gd name="adj" fmla="val 6545"/>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01" name="Icono Fotos en objetos (fondo)"/>
          <p:cNvSpPr/>
          <p:nvPr/>
        </p:nvSpPr>
        <p:spPr>
          <a:xfrm>
            <a:off x="6355080" y="1783080"/>
            <a:ext cx="730800" cy="730800"/>
          </a:xfrm>
          <a:prstGeom prst="ellipse">
            <a:avLst/>
          </a:prstGeom>
          <a:solidFill>
            <a:schemeClr val="accent3">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302" name="Título Fotos en objetos"/>
          <p:cNvSpPr/>
          <p:nvPr/>
        </p:nvSpPr>
        <p:spPr>
          <a:xfrm>
            <a:off x="6355080" y="2697480"/>
            <a:ext cx="196524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Fotos en objetos</a:t>
            </a:r>
            <a:endParaRPr lang="es-ES" sz="2000" b="0" u="none" strike="noStrike">
              <a:solidFill>
                <a:srgbClr val="FFFFFF"/>
              </a:solidFill>
              <a:effectLst/>
              <a:uFillTx/>
              <a:latin typeface="Arial"/>
            </a:endParaRPr>
          </a:p>
        </p:txBody>
      </p:sp>
      <p:sp>
        <p:nvSpPr>
          <p:cNvPr id="303" name="Texto Fotos en objetos"/>
          <p:cNvSpPr/>
          <p:nvPr/>
        </p:nvSpPr>
        <p:spPr>
          <a:xfrm>
            <a:off x="6355080" y="3154680"/>
            <a:ext cx="1965240" cy="776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Con almacenamiento y revisión de privacidad.</a:t>
            </a:r>
            <a:endParaRPr lang="es-ES" sz="1400" b="0" u="none" strike="noStrike">
              <a:solidFill>
                <a:srgbClr val="FFFFFF"/>
              </a:solidFill>
              <a:effectLst/>
              <a:uFillTx/>
              <a:latin typeface="Arial"/>
            </a:endParaRPr>
          </a:p>
        </p:txBody>
      </p:sp>
      <p:sp>
        <p:nvSpPr>
          <p:cNvPr id="304" name="PlaceHolder 2"/>
          <p:cNvSpPr>
            <a:spLocks noGrp="1"/>
          </p:cNvSpPr>
          <p:nvPr>
            <p:ph type="sldNum" idx="15"/>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53B6E60B-BDB1-4D75-AEFB-7BA6EEBA4495}"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pic>
        <p:nvPicPr>
          <p:cNvPr id="305" name="Icono Fotos en objetos"/>
          <p:cNvPicPr/>
          <p:nvPr/>
        </p:nvPicPr>
        <p:blipFill>
          <a:blip r:embed="rId3">
            <a:extLst>
              <a:ext uri="{96DAC541-7B7A-43D3-8B79-37D633B846F1}">
                <asvg:svgBlip xmlns:asvg="http://schemas.microsoft.com/office/drawing/2016/SVG/main" r:embed="rId4"/>
              </a:ext>
            </a:extLst>
          </a:blip>
          <a:stretch/>
        </p:blipFill>
        <p:spPr>
          <a:xfrm>
            <a:off x="6537960" y="1965960"/>
            <a:ext cx="365040" cy="3650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Mancha violeta"/>
          <p:cNvSpPr/>
          <p:nvPr/>
        </p:nvSpPr>
        <p:spPr>
          <a:xfrm>
            <a:off x="7132320" y="-1463040"/>
            <a:ext cx="2925360" cy="2925360"/>
          </a:xfrm>
          <a:prstGeom prst="ellipse">
            <a:avLst/>
          </a:prstGeom>
          <a:solidFill>
            <a:schemeClr val="accent4">
              <a:alpha val="10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307" name="PlaceHolder 1"/>
          <p:cNvSpPr>
            <a:spLocks noGrp="1"/>
          </p:cNvSpPr>
          <p:nvPr>
            <p:ph type="title" hasCustomPrompt="1"/>
          </p:nvPr>
        </p:nvSpPr>
        <p:spPr>
          <a:xfrm>
            <a:off x="548640" y="365760"/>
            <a:ext cx="8046000" cy="7308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600" b="1" u="none" strike="noStrike">
                <a:solidFill>
                  <a:schemeClr val="dk1"/>
                </a:solidFill>
                <a:effectLst/>
                <a:uFillTx/>
                <a:latin typeface="Cambria"/>
              </a:rPr>
              <a:t>Y más adelante</a:t>
            </a:r>
            <a:endParaRPr lang="es-ES" sz="3600" b="0" u="none" strike="noStrike">
              <a:solidFill>
                <a:schemeClr val="dk1"/>
              </a:solidFill>
              <a:effectLst/>
              <a:uFillTx/>
              <a:latin typeface="Calibri"/>
            </a:endParaRPr>
          </a:p>
        </p:txBody>
      </p:sp>
      <p:sp>
        <p:nvSpPr>
          <p:cNvPr id="308" name="Tarjeta Ayuda entre familias"/>
          <p:cNvSpPr/>
          <p:nvPr/>
        </p:nvSpPr>
        <p:spPr>
          <a:xfrm>
            <a:off x="548640" y="137160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09" name="Icono Ayuda entre familias (fondo)"/>
          <p:cNvSpPr/>
          <p:nvPr/>
        </p:nvSpPr>
        <p:spPr>
          <a:xfrm>
            <a:off x="777240" y="1572840"/>
            <a:ext cx="547920" cy="54792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310" name="Icono Ayuda entre familias" descr="Icono Ayuda entre familias"/>
          <p:cNvPicPr/>
          <p:nvPr/>
        </p:nvPicPr>
        <p:blipFill>
          <a:blip r:embed="rId1"/>
          <a:stretch/>
        </p:blipFill>
        <p:spPr>
          <a:xfrm>
            <a:off x="914400" y="1710000"/>
            <a:ext cx="273600" cy="273600"/>
          </a:xfrm>
          <a:prstGeom prst="rect">
            <a:avLst/>
          </a:prstGeom>
          <a:noFill/>
          <a:ln w="0">
            <a:noFill/>
          </a:ln>
        </p:spPr>
      </p:pic>
      <p:sp>
        <p:nvSpPr>
          <p:cNvPr id="311" name="Título Ayuda entre familias"/>
          <p:cNvSpPr/>
          <p:nvPr/>
        </p:nvSpPr>
        <p:spPr>
          <a:xfrm>
            <a:off x="1463040" y="157284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Ayuda entre familias</a:t>
            </a:r>
            <a:endParaRPr lang="es-ES" sz="1800" b="0" u="none" strike="noStrike">
              <a:solidFill>
                <a:srgbClr val="FFFFFF"/>
              </a:solidFill>
              <a:effectLst/>
              <a:uFillTx/>
              <a:latin typeface="Arial"/>
            </a:endParaRPr>
          </a:p>
        </p:txBody>
      </p:sp>
      <p:sp>
        <p:nvSpPr>
          <p:cNvPr id="312" name="Texto Ayuda entre familias"/>
          <p:cNvSpPr/>
          <p:nvPr/>
        </p:nvSpPr>
        <p:spPr>
          <a:xfrm>
            <a:off x="777240" y="226764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¿Alguien puede recoger a mi hijo hoy?</a:t>
            </a:r>
            <a:endParaRPr lang="es-ES" sz="1400" b="0" u="none" strike="noStrike">
              <a:solidFill>
                <a:srgbClr val="FFFFFF"/>
              </a:solidFill>
              <a:effectLst/>
              <a:uFillTx/>
              <a:latin typeface="Arial"/>
            </a:endParaRPr>
          </a:p>
        </p:txBody>
      </p:sp>
      <p:sp>
        <p:nvSpPr>
          <p:cNvPr id="313" name="Tarjeta Buscador con IA"/>
          <p:cNvSpPr/>
          <p:nvPr/>
        </p:nvSpPr>
        <p:spPr>
          <a:xfrm>
            <a:off x="3314880" y="137160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14" name="Icono Buscador con IA (fondo)"/>
          <p:cNvSpPr/>
          <p:nvPr/>
        </p:nvSpPr>
        <p:spPr>
          <a:xfrm>
            <a:off x="3543480" y="1572840"/>
            <a:ext cx="547920" cy="547920"/>
          </a:xfrm>
          <a:prstGeom prst="ellipse">
            <a:avLst/>
          </a:prstGeom>
          <a:solidFill>
            <a:schemeClr val="accent2">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315" name="Icono Buscador con IA" descr="Icono Buscador con IA"/>
          <p:cNvPicPr/>
          <p:nvPr/>
        </p:nvPicPr>
        <p:blipFill>
          <a:blip r:embed="rId2"/>
          <a:stretch/>
        </p:blipFill>
        <p:spPr>
          <a:xfrm>
            <a:off x="3680640" y="1710000"/>
            <a:ext cx="273600" cy="273600"/>
          </a:xfrm>
          <a:prstGeom prst="rect">
            <a:avLst/>
          </a:prstGeom>
          <a:noFill/>
          <a:ln w="0">
            <a:noFill/>
          </a:ln>
        </p:spPr>
      </p:pic>
      <p:sp>
        <p:nvSpPr>
          <p:cNvPr id="316" name="Título Buscador con IA"/>
          <p:cNvSpPr/>
          <p:nvPr/>
        </p:nvSpPr>
        <p:spPr>
          <a:xfrm>
            <a:off x="4229280" y="157284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Buscador con IA</a:t>
            </a:r>
            <a:endParaRPr lang="es-ES" sz="1800" b="0" u="none" strike="noStrike">
              <a:solidFill>
                <a:srgbClr val="FFFFFF"/>
              </a:solidFill>
              <a:effectLst/>
              <a:uFillTx/>
              <a:latin typeface="Arial"/>
            </a:endParaRPr>
          </a:p>
        </p:txBody>
      </p:sp>
      <p:sp>
        <p:nvSpPr>
          <p:cNvPr id="317" name="Texto Buscador con IA"/>
          <p:cNvSpPr/>
          <p:nvPr/>
        </p:nvSpPr>
        <p:spPr>
          <a:xfrm>
            <a:off x="3543480" y="226764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Pregunta al histórico de la clase.</a:t>
            </a:r>
            <a:endParaRPr lang="es-ES" sz="1400" b="0" u="none" strike="noStrike">
              <a:solidFill>
                <a:srgbClr val="FFFFFF"/>
              </a:solidFill>
              <a:effectLst/>
              <a:uFillTx/>
              <a:latin typeface="Arial"/>
            </a:endParaRPr>
          </a:p>
        </p:txBody>
      </p:sp>
      <p:sp>
        <p:nvSpPr>
          <p:cNvPr id="318" name="Tarjeta Pagos de verdad"/>
          <p:cNvSpPr/>
          <p:nvPr/>
        </p:nvSpPr>
        <p:spPr>
          <a:xfrm>
            <a:off x="6080760" y="137160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19" name="Icono Pagos de verdad (fondo)"/>
          <p:cNvSpPr/>
          <p:nvPr/>
        </p:nvSpPr>
        <p:spPr>
          <a:xfrm>
            <a:off x="6309360" y="1572840"/>
            <a:ext cx="547920" cy="547920"/>
          </a:xfrm>
          <a:prstGeom prst="ellipse">
            <a:avLst/>
          </a:prstGeom>
          <a:solidFill>
            <a:schemeClr val="accent3">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320" name="Icono Pagos de verdad" descr="Icono Pagos de verdad"/>
          <p:cNvPicPr/>
          <p:nvPr/>
        </p:nvPicPr>
        <p:blipFill>
          <a:blip r:embed="rId3"/>
          <a:stretch/>
        </p:blipFill>
        <p:spPr>
          <a:xfrm>
            <a:off x="6446520" y="1710000"/>
            <a:ext cx="273600" cy="273600"/>
          </a:xfrm>
          <a:prstGeom prst="rect">
            <a:avLst/>
          </a:prstGeom>
          <a:noFill/>
          <a:ln w="0">
            <a:noFill/>
          </a:ln>
        </p:spPr>
      </p:pic>
      <p:sp>
        <p:nvSpPr>
          <p:cNvPr id="321" name="Título Pagos de verdad"/>
          <p:cNvSpPr/>
          <p:nvPr/>
        </p:nvSpPr>
        <p:spPr>
          <a:xfrm>
            <a:off x="6995160" y="157284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Pagos integrados</a:t>
            </a:r>
            <a:endParaRPr lang="es-ES" sz="1800" b="0" u="none" strike="noStrike">
              <a:solidFill>
                <a:srgbClr val="FFFFFF"/>
              </a:solidFill>
              <a:effectLst/>
              <a:uFillTx/>
              <a:latin typeface="Arial"/>
            </a:endParaRPr>
          </a:p>
        </p:txBody>
      </p:sp>
      <p:sp>
        <p:nvSpPr>
          <p:cNvPr id="322" name="Texto Pagos de verdad"/>
          <p:cNvSpPr/>
          <p:nvPr/>
        </p:nvSpPr>
        <p:spPr>
          <a:xfrm>
            <a:off x="6309360" y="226764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Pagar los gastos sin salir de la app.</a:t>
            </a:r>
            <a:endParaRPr lang="es-ES" sz="1400" b="0" u="none" strike="noStrike">
              <a:solidFill>
                <a:srgbClr val="FFFFFF"/>
              </a:solidFill>
              <a:effectLst/>
              <a:uFillTx/>
              <a:latin typeface="Arial"/>
            </a:endParaRPr>
          </a:p>
        </p:txBody>
      </p:sp>
      <p:sp>
        <p:nvSpPr>
          <p:cNvPr id="323" name="Tarjeta Avisos de colegio"/>
          <p:cNvSpPr/>
          <p:nvPr/>
        </p:nvSpPr>
        <p:spPr>
          <a:xfrm>
            <a:off x="548640" y="306324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24" name="Icono Avisos de colegio (fondo)"/>
          <p:cNvSpPr/>
          <p:nvPr/>
        </p:nvSpPr>
        <p:spPr>
          <a:xfrm>
            <a:off x="777240" y="3264480"/>
            <a:ext cx="547920" cy="547920"/>
          </a:xfrm>
          <a:prstGeom prst="ellipse">
            <a:avLst/>
          </a:prstGeom>
          <a:solidFill>
            <a:schemeClr val="accent4">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325" name="Icono Avisos de colegio" descr="Icono Avisos de colegio"/>
          <p:cNvPicPr/>
          <p:nvPr/>
        </p:nvPicPr>
        <p:blipFill>
          <a:blip r:embed="rId4"/>
          <a:stretch/>
        </p:blipFill>
        <p:spPr>
          <a:xfrm>
            <a:off x="914400" y="3401640"/>
            <a:ext cx="273600" cy="273600"/>
          </a:xfrm>
          <a:prstGeom prst="rect">
            <a:avLst/>
          </a:prstGeom>
          <a:noFill/>
          <a:ln w="0">
            <a:noFill/>
          </a:ln>
        </p:spPr>
      </p:pic>
      <p:sp>
        <p:nvSpPr>
          <p:cNvPr id="326" name="Título Avisos de colegio"/>
          <p:cNvSpPr/>
          <p:nvPr/>
        </p:nvSpPr>
        <p:spPr>
          <a:xfrm>
            <a:off x="1463040" y="326448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Avisos de colegio</a:t>
            </a:r>
            <a:endParaRPr lang="es-ES" sz="1800" b="0" u="none" strike="noStrike">
              <a:solidFill>
                <a:srgbClr val="FFFFFF"/>
              </a:solidFill>
              <a:effectLst/>
              <a:uFillTx/>
              <a:latin typeface="Arial"/>
            </a:endParaRPr>
          </a:p>
        </p:txBody>
      </p:sp>
      <p:sp>
        <p:nvSpPr>
          <p:cNvPr id="327" name="Texto Avisos de colegio"/>
          <p:cNvSpPr/>
          <p:nvPr/>
        </p:nvSpPr>
        <p:spPr>
          <a:xfrm>
            <a:off x="777240" y="395928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Alcance colegio, con admin y profesorado.</a:t>
            </a:r>
            <a:endParaRPr lang="es-ES" sz="1400" b="0" u="none" strike="noStrike">
              <a:solidFill>
                <a:srgbClr val="FFFFFF"/>
              </a:solidFill>
              <a:effectLst/>
              <a:uFillTx/>
              <a:latin typeface="Arial"/>
            </a:endParaRPr>
          </a:p>
        </p:txBody>
      </p:sp>
      <p:sp>
        <p:nvSpPr>
          <p:cNvPr id="328" name="Tarjeta Horario de la clase"/>
          <p:cNvSpPr/>
          <p:nvPr/>
        </p:nvSpPr>
        <p:spPr>
          <a:xfrm>
            <a:off x="3314880" y="306324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29" name="Icono Horario de la clase (fondo)"/>
          <p:cNvSpPr/>
          <p:nvPr/>
        </p:nvSpPr>
        <p:spPr>
          <a:xfrm>
            <a:off x="3543480" y="3264480"/>
            <a:ext cx="547920" cy="547920"/>
          </a:xfrm>
          <a:prstGeom prst="ellipse">
            <a:avLst/>
          </a:prstGeom>
          <a:solidFill>
            <a:schemeClr val="accent5">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330" name="Título Horario de la clase"/>
          <p:cNvSpPr/>
          <p:nvPr/>
        </p:nvSpPr>
        <p:spPr>
          <a:xfrm>
            <a:off x="4229280" y="326448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Horario de la clase</a:t>
            </a:r>
            <a:endParaRPr lang="es-ES" sz="1800" b="0" u="none" strike="noStrike">
              <a:solidFill>
                <a:srgbClr val="FFFFFF"/>
              </a:solidFill>
              <a:effectLst/>
              <a:uFillTx/>
              <a:latin typeface="Arial"/>
            </a:endParaRPr>
          </a:p>
        </p:txBody>
      </p:sp>
      <p:sp>
        <p:nvSpPr>
          <p:cNvPr id="331" name="Texto Horario de la clase"/>
          <p:cNvSpPr/>
          <p:nvPr/>
        </p:nvSpPr>
        <p:spPr>
          <a:xfrm>
            <a:off x="3543480" y="395928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Como una funcionalidad más.</a:t>
            </a:r>
            <a:endParaRPr lang="es-ES" sz="1400" b="0" u="none" strike="noStrike">
              <a:solidFill>
                <a:srgbClr val="FFFFFF"/>
              </a:solidFill>
              <a:effectLst/>
              <a:uFillTx/>
              <a:latin typeface="Arial"/>
            </a:endParaRPr>
          </a:p>
        </p:txBody>
      </p:sp>
      <p:sp>
        <p:nvSpPr>
          <p:cNvPr id="332" name="Tarjeta Varios colegios"/>
          <p:cNvSpPr/>
          <p:nvPr/>
        </p:nvSpPr>
        <p:spPr>
          <a:xfrm>
            <a:off x="6080760" y="3063240"/>
            <a:ext cx="2513880" cy="1508040"/>
          </a:xfrm>
          <a:prstGeom prst="roundRect">
            <a:avLst>
              <a:gd name="adj" fmla="val 10909"/>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33" name="Icono Varios colegios (fondo)"/>
          <p:cNvSpPr/>
          <p:nvPr/>
        </p:nvSpPr>
        <p:spPr>
          <a:xfrm>
            <a:off x="6309360" y="3264480"/>
            <a:ext cx="547920" cy="54792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334" name="Icono Varios colegios" descr="Icono Varios colegios"/>
          <p:cNvPicPr/>
          <p:nvPr/>
        </p:nvPicPr>
        <p:blipFill>
          <a:blip r:embed="rId5"/>
          <a:stretch/>
        </p:blipFill>
        <p:spPr>
          <a:xfrm>
            <a:off x="6446520" y="3401640"/>
            <a:ext cx="273600" cy="273600"/>
          </a:xfrm>
          <a:prstGeom prst="rect">
            <a:avLst/>
          </a:prstGeom>
          <a:noFill/>
          <a:ln w="0">
            <a:noFill/>
          </a:ln>
        </p:spPr>
      </p:pic>
      <p:sp>
        <p:nvSpPr>
          <p:cNvPr id="335" name="Título Varios colegios"/>
          <p:cNvSpPr/>
          <p:nvPr/>
        </p:nvSpPr>
        <p:spPr>
          <a:xfrm>
            <a:off x="6995160" y="3264480"/>
            <a:ext cx="14166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Varios colegios</a:t>
            </a:r>
            <a:endParaRPr lang="es-ES" sz="1800" b="0" u="none" strike="noStrike">
              <a:solidFill>
                <a:srgbClr val="FFFFFF"/>
              </a:solidFill>
              <a:effectLst/>
              <a:uFillTx/>
              <a:latin typeface="Arial"/>
            </a:endParaRPr>
          </a:p>
        </p:txBody>
      </p:sp>
      <p:sp>
        <p:nvSpPr>
          <p:cNvPr id="336" name="Texto Varios colegios"/>
          <p:cNvSpPr/>
          <p:nvPr/>
        </p:nvSpPr>
        <p:spPr>
          <a:xfrm>
            <a:off x="6309360" y="3959280"/>
            <a:ext cx="205668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ES" sz="1400" b="0" u="none" strike="noStrike">
                <a:solidFill>
                  <a:schemeClr val="dk2"/>
                </a:solidFill>
                <a:effectLst/>
                <a:uFillTx/>
                <a:latin typeface="Calibri"/>
              </a:rPr>
              <a:t>Panel de administración avanzado.</a:t>
            </a:r>
            <a:endParaRPr lang="es-ES" sz="1400" b="0" u="none" strike="noStrike">
              <a:solidFill>
                <a:srgbClr val="FFFFFF"/>
              </a:solidFill>
              <a:effectLst/>
              <a:uFillTx/>
              <a:latin typeface="Arial"/>
            </a:endParaRPr>
          </a:p>
        </p:txBody>
      </p:sp>
      <p:sp>
        <p:nvSpPr>
          <p:cNvPr id="337" name="PlaceHolder 2"/>
          <p:cNvSpPr>
            <a:spLocks noGrp="1"/>
          </p:cNvSpPr>
          <p:nvPr>
            <p:ph type="sldNum" idx="16"/>
          </p:nvPr>
        </p:nvSpPr>
        <p:spPr>
          <a:xfrm>
            <a:off x="8229600" y="4754880"/>
            <a:ext cx="456480" cy="22788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rgbClr val="94A3B8"/>
                </a:solidFill>
                <a:effectLst/>
                <a:uFillTx/>
                <a:latin typeface="Calibri"/>
              </a:defRPr>
            </a:lvl1pPr>
          </a:lstStyle>
          <a:p>
            <a:pPr indent="0" algn="r" defTabSz="914400">
              <a:lnSpc>
                <a:spcPct val="100000"/>
              </a:lnSpc>
              <a:buNone/>
              <a:tabLst>
                <a:tab pos="0" algn="l"/>
              </a:tabLst>
            </a:pPr>
            <a:fld id="{606B06F2-21A8-4864-A9A6-5C241601F24D}" type="slidenum">
              <a:rPr lang="en-US" sz="1000" b="0" u="none" strike="noStrike">
                <a:solidFill>
                  <a:srgbClr val="94A3B8"/>
                </a:solidFill>
                <a:effectLst/>
                <a:uFillTx/>
                <a:latin typeface="Calibri"/>
              </a:rPr>
              <a:t>&lt;número&gt;</a:t>
            </a:fld>
            <a:endParaRPr lang="es-ES" sz="1000" b="0" u="none" strike="noStrike">
              <a:solidFill>
                <a:srgbClr val="FFFFFF"/>
              </a:solidFill>
              <a:effectLst/>
              <a:uFillTx/>
              <a:latin typeface="Times New Roman"/>
            </a:endParaRPr>
          </a:p>
        </p:txBody>
      </p:sp>
      <p:pic>
        <p:nvPicPr>
          <p:cNvPr id="338" name="Icono Horario de la clase"/>
          <p:cNvPicPr/>
          <p:nvPr/>
        </p:nvPicPr>
        <p:blipFill>
          <a:blip r:embed="rId6">
            <a:extLst>
              <a:ext uri="{96DAC541-7B7A-43D3-8B79-37D633B846F1}">
                <asvg:svgBlip xmlns:asvg="http://schemas.microsoft.com/office/drawing/2016/SVG/main" r:embed="rId7"/>
              </a:ext>
            </a:extLst>
          </a:blip>
          <a:stretch/>
        </p:blipFill>
        <p:spPr>
          <a:xfrm>
            <a:off x="3680640" y="3401640"/>
            <a:ext cx="273600" cy="2736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Mancha violeta"/>
          <p:cNvSpPr/>
          <p:nvPr/>
        </p:nvSpPr>
        <p:spPr>
          <a:xfrm>
            <a:off x="6217920" y="-1463040"/>
            <a:ext cx="4205520" cy="4205520"/>
          </a:xfrm>
          <a:prstGeom prst="ellipse">
            <a:avLst/>
          </a:prstGeom>
          <a:solidFill>
            <a:schemeClr val="accent4">
              <a:alpha val="14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340" name="Mancha rosa"/>
          <p:cNvSpPr/>
          <p:nvPr/>
        </p:nvSpPr>
        <p:spPr>
          <a:xfrm>
            <a:off x="-1280160" y="3291840"/>
            <a:ext cx="4022640" cy="4022640"/>
          </a:xfrm>
          <a:prstGeom prst="ellipse">
            <a:avLst/>
          </a:prstGeom>
          <a:solidFill>
            <a:schemeClr val="accent2">
              <a:alpha val="14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sp>
        <p:nvSpPr>
          <p:cNvPr id="341" name="Gracias"/>
          <p:cNvSpPr/>
          <p:nvPr/>
        </p:nvSpPr>
        <p:spPr>
          <a:xfrm>
            <a:off x="548640" y="731520"/>
            <a:ext cx="8046000" cy="1005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400" b="1" u="none" strike="noStrike">
                <a:solidFill>
                  <a:schemeClr val="dk1"/>
                </a:solidFill>
                <a:effectLst/>
                <a:uFillTx/>
                <a:latin typeface="Cambria"/>
                <a:ea typeface="Cambria"/>
              </a:rPr>
              <a:t>¡Gracias!</a:t>
            </a:r>
            <a:endParaRPr lang="es-ES" sz="5400" b="0" u="none" strike="noStrike">
              <a:solidFill>
                <a:srgbClr val="FFFFFF"/>
              </a:solidFill>
              <a:effectLst/>
              <a:uFillTx/>
              <a:latin typeface="Arial"/>
            </a:endParaRPr>
          </a:p>
        </p:txBody>
      </p:sp>
      <p:sp>
        <p:nvSpPr>
          <p:cNvPr id="342" name="Invitación a probar"/>
          <p:cNvSpPr/>
          <p:nvPr/>
        </p:nvSpPr>
        <p:spPr>
          <a:xfrm>
            <a:off x="548640" y="1828800"/>
            <a:ext cx="804600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0" u="none" strike="noStrike">
                <a:solidFill>
                  <a:schemeClr val="dk2"/>
                </a:solidFill>
                <a:effectLst/>
                <a:uFillTx/>
                <a:latin typeface="Calibri"/>
              </a:rPr>
              <a:t>Pruébalo con una cuenta de demostración</a:t>
            </a:r>
            <a:endParaRPr lang="es-ES" sz="2000" b="0" u="none" strike="noStrike">
              <a:solidFill>
                <a:srgbClr val="FFFFFF"/>
              </a:solidFill>
              <a:effectLst/>
              <a:uFillTx/>
              <a:latin typeface="Arial"/>
            </a:endParaRPr>
          </a:p>
        </p:txBody>
      </p:sp>
      <p:sp>
        <p:nvSpPr>
          <p:cNvPr id="343" name="Tarjeta de la cuenta de prueba"/>
          <p:cNvSpPr/>
          <p:nvPr/>
        </p:nvSpPr>
        <p:spPr>
          <a:xfrm>
            <a:off x="548640" y="2423160"/>
            <a:ext cx="4845600" cy="1233720"/>
          </a:xfrm>
          <a:prstGeom prst="roundRect">
            <a:avLst>
              <a:gd name="adj" fmla="val 13333"/>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44" name="Icono de la cuenta de prueba (fondo)"/>
          <p:cNvSpPr/>
          <p:nvPr/>
        </p:nvSpPr>
        <p:spPr>
          <a:xfrm>
            <a:off x="822960" y="2743200"/>
            <a:ext cx="593640" cy="593640"/>
          </a:xfrm>
          <a:prstGeom prst="ellipse">
            <a:avLst/>
          </a:prstGeom>
          <a:solidFill>
            <a:schemeClr val="accent1">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345" name="Icono de la cuenta de prueba" descr="Icono de la cuenta de prueba"/>
          <p:cNvPicPr/>
          <p:nvPr/>
        </p:nvPicPr>
        <p:blipFill>
          <a:blip r:embed="rId1"/>
          <a:stretch/>
        </p:blipFill>
        <p:spPr>
          <a:xfrm>
            <a:off x="971640" y="2891880"/>
            <a:ext cx="296640" cy="296640"/>
          </a:xfrm>
          <a:prstGeom prst="rect">
            <a:avLst/>
          </a:prstGeom>
          <a:noFill/>
          <a:ln w="0">
            <a:noFill/>
          </a:ln>
        </p:spPr>
      </p:pic>
      <p:sp>
        <p:nvSpPr>
          <p:cNvPr id="346" name="Datos de la cuenta de prueba"/>
          <p:cNvSpPr/>
          <p:nvPr/>
        </p:nvSpPr>
        <p:spPr>
          <a:xfrm>
            <a:off x="1645920" y="2560320"/>
            <a:ext cx="3565440" cy="95940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601"/>
              </a:spcAft>
              <a:tabLst>
                <a:tab pos="0" algn="l"/>
              </a:tabLst>
            </a:pPr>
            <a:r>
              <a:rPr lang="en-US" sz="1400" b="0" u="none" strike="noStrike">
                <a:solidFill>
                  <a:srgbClr val="94A3B8"/>
                </a:solidFill>
                <a:effectLst/>
                <a:uFillTx/>
                <a:latin typeface="Calibri"/>
              </a:rPr>
              <a:t>Correo: </a:t>
            </a:r>
            <a:r>
              <a:rPr lang="en-US" sz="1400" b="1" u="none" strike="noStrike">
                <a:solidFill>
                  <a:schemeClr val="dk1"/>
                </a:solidFill>
                <a:effectLst/>
                <a:uFillTx/>
                <a:latin typeface="Calibri"/>
              </a:rPr>
              <a:t>lucia.navarro@demo.sumiclas.test</a:t>
            </a:r>
            <a:endParaRPr lang="es-ES" sz="1400" b="0" u="none" strike="noStrike">
              <a:solidFill>
                <a:srgbClr val="FFFFFF"/>
              </a:solidFill>
              <a:effectLst/>
              <a:uFillTx/>
              <a:latin typeface="Arial"/>
            </a:endParaRPr>
          </a:p>
          <a:p>
            <a:pPr defTabSz="914400">
              <a:lnSpc>
                <a:spcPct val="100000"/>
              </a:lnSpc>
              <a:spcAft>
                <a:spcPts val="601"/>
              </a:spcAft>
              <a:tabLst>
                <a:tab pos="0" algn="l"/>
              </a:tabLst>
            </a:pPr>
            <a:r>
              <a:rPr lang="en-US" sz="1400" b="0" u="none" strike="noStrike">
                <a:solidFill>
                  <a:srgbClr val="94A3B8"/>
                </a:solidFill>
                <a:effectLst/>
                <a:uFillTx/>
                <a:latin typeface="Calibri"/>
              </a:rPr>
              <a:t>Contraseña: </a:t>
            </a:r>
            <a:r>
              <a:rPr lang="en-US" sz="1400" b="1" u="none" strike="noStrike">
                <a:solidFill>
                  <a:schemeClr val="dk1"/>
                </a:solidFill>
                <a:effectLst/>
                <a:uFillTx/>
                <a:latin typeface="Calibri"/>
              </a:rPr>
              <a:t>Demo1234</a:t>
            </a:r>
            <a:endParaRPr lang="es-ES" sz="1400" b="0" u="none" strike="noStrike">
              <a:solidFill>
                <a:srgbClr val="FFFFFF"/>
              </a:solidFill>
              <a:effectLst/>
              <a:uFillTx/>
              <a:latin typeface="Arial"/>
            </a:endParaRPr>
          </a:p>
        </p:txBody>
      </p:sp>
      <p:sp>
        <p:nvSpPr>
          <p:cNvPr id="347" name="Tarjeta decorativa LuHeart"/>
          <p:cNvSpPr/>
          <p:nvPr/>
        </p:nvSpPr>
        <p:spPr>
          <a:xfrm rot="21240000">
            <a:off x="6308640" y="2743200"/>
            <a:ext cx="1096560" cy="1096560"/>
          </a:xfrm>
          <a:prstGeom prst="roundRect">
            <a:avLst>
              <a:gd name="adj" fmla="val 2000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48" name="Icono LuHeart (fondo)"/>
          <p:cNvSpPr/>
          <p:nvPr/>
        </p:nvSpPr>
        <p:spPr>
          <a:xfrm>
            <a:off x="6537960" y="2971800"/>
            <a:ext cx="639360" cy="639360"/>
          </a:xfrm>
          <a:prstGeom prst="ellipse">
            <a:avLst/>
          </a:prstGeom>
          <a:solidFill>
            <a:schemeClr val="accent2">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349" name="Icono LuHeart" descr="Icono LuHeart"/>
          <p:cNvPicPr/>
          <p:nvPr/>
        </p:nvPicPr>
        <p:blipFill>
          <a:blip r:embed="rId2"/>
          <a:stretch/>
        </p:blipFill>
        <p:spPr>
          <a:xfrm>
            <a:off x="6698160" y="3132000"/>
            <a:ext cx="319320" cy="319320"/>
          </a:xfrm>
          <a:prstGeom prst="rect">
            <a:avLst/>
          </a:prstGeom>
          <a:noFill/>
          <a:ln w="0">
            <a:noFill/>
          </a:ln>
        </p:spPr>
      </p:pic>
      <p:sp>
        <p:nvSpPr>
          <p:cNvPr id="350" name="Tarjeta decorativa LuSparkles"/>
          <p:cNvSpPr/>
          <p:nvPr/>
        </p:nvSpPr>
        <p:spPr>
          <a:xfrm rot="300000">
            <a:off x="7498080" y="3428280"/>
            <a:ext cx="1096560" cy="1096560"/>
          </a:xfrm>
          <a:prstGeom prst="roundRect">
            <a:avLst>
              <a:gd name="adj" fmla="val 20000"/>
            </a:avLst>
          </a:prstGeom>
          <a:solidFill>
            <a:schemeClr val="bg2"/>
          </a:solidFill>
          <a:ln w="12700">
            <a:solidFill>
              <a:srgbClr val="334155"/>
            </a:solidFill>
            <a:round/>
          </a:ln>
          <a:effectLst>
            <a:outerShdw algn="bl" blurRad="127080" dir="5400000" dist="38160" rotWithShape="0">
              <a:srgbClr val="000000">
                <a:alpha val="35000"/>
              </a:srgbClr>
            </a:outerShdw>
          </a:effectLst>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Arial"/>
            </a:endParaRPr>
          </a:p>
        </p:txBody>
      </p:sp>
      <p:sp>
        <p:nvSpPr>
          <p:cNvPr id="351" name="Icono LuSparkles (fondo)"/>
          <p:cNvSpPr/>
          <p:nvPr/>
        </p:nvSpPr>
        <p:spPr>
          <a:xfrm>
            <a:off x="7726680" y="3657600"/>
            <a:ext cx="639360" cy="639360"/>
          </a:xfrm>
          <a:prstGeom prst="ellipse">
            <a:avLst/>
          </a:prstGeom>
          <a:solidFill>
            <a:schemeClr val="accent4">
              <a:alpha val="22000"/>
            </a:schemeClr>
          </a:solidFill>
          <a:ln w="0">
            <a:noFill/>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Arial"/>
            </a:endParaRPr>
          </a:p>
        </p:txBody>
      </p:sp>
      <p:pic>
        <p:nvPicPr>
          <p:cNvPr id="352" name="Icono LuSparkles" descr="Icono LuSparkles"/>
          <p:cNvPicPr/>
          <p:nvPr/>
        </p:nvPicPr>
        <p:blipFill>
          <a:blip r:embed="rId3"/>
          <a:stretch/>
        </p:blipFill>
        <p:spPr>
          <a:xfrm>
            <a:off x="7886880" y="3817800"/>
            <a:ext cx="319320" cy="319320"/>
          </a:xfrm>
          <a:prstGeom prst="rect">
            <a:avLst/>
          </a:prstGeom>
          <a:noFill/>
          <a:ln w="0">
            <a:noFill/>
          </a:ln>
        </p:spPr>
      </p:pic>
      <p:pic>
        <p:nvPicPr>
          <p:cNvPr id="353" name="Logotipo SumiClas" descr="Logotipo de SumiClas"/>
          <p:cNvPicPr/>
          <p:nvPr/>
        </p:nvPicPr>
        <p:blipFill>
          <a:blip r:embed="rId4"/>
          <a:stretch/>
        </p:blipFill>
        <p:spPr>
          <a:xfrm>
            <a:off x="7112160" y="507960"/>
            <a:ext cx="1269360" cy="10216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umiClas oscuro">
  <a:themeElements>
    <a:clrScheme name="SumiClas oscuro">
      <a:dk1>
        <a:srgbClr val="F8FAFC"/>
      </a:dk1>
      <a:lt1>
        <a:srgbClr val="0F172A"/>
      </a:lt1>
      <a:dk2>
        <a:srgbClr val="CBD5E1"/>
      </a:dk2>
      <a:lt2>
        <a:srgbClr val="1E293B"/>
      </a:lt2>
      <a:accent1>
        <a:srgbClr val="59BCFF"/>
      </a:accent1>
      <a:accent2>
        <a:srgbClr val="FF6F97"/>
      </a:accent2>
      <a:accent3>
        <a:srgbClr val="6EE9B4"/>
      </a:accent3>
      <a:accent4>
        <a:srgbClr val="C4B5FD"/>
      </a:accent4>
      <a:accent5>
        <a:srgbClr val="FCD34D"/>
      </a:accent5>
      <a:accent6>
        <a:srgbClr val="33A0FF"/>
      </a:accent6>
      <a:hlink>
        <a:srgbClr val="59BCFF"/>
      </a:hlink>
      <a:folHlink>
        <a:srgbClr val="C4B5FD"/>
      </a:folHlink>
    </a:clrScheme>
    <a:fontScheme name="SumiClas oscuro">
      <a:majorFont>
        <a:latin typeface="Cambria"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LibreOffice/26.8.1.1$Windows_X86_64 LibreOffice_project/bf6ef2662401c7d6dce671ab4deb26ee0af3a7c1</Application>
  <AppVersion>15.0000</AppVersion>
  <Words>1707</Words>
  <Paragraphs>171</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2026-10-25T18:58:27Z</dcterms:created>
  <dc:creator>Ana Fernández Muñoz</dc:creator>
  <dc:description/>
  <dc:language>es-ES</dc:language>
  <cp:lastModifiedBy/>
  <dcterms:modified xsi:type="dcterms:W3CDTF">2026-10-28T07:42:39Z</dcterms:modified>
  <cp:revision>9</cp:revision>
  <dc:subject>Presentación del trabajo fin de máster SumiClas</dc:subject>
  <dc:title>SumiClas: tu clase, en un solo sitio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14</vt:i4>
  </property>
  <property fmtid="{D5CDD505-2E9C-101B-9397-08002B2CF9AE}" pid="3" name="PresentationFormat">
    <vt:lpwstr>Presentación en pantalla (16:9)</vt:lpwstr>
  </property>
  <property fmtid="{D5CDD505-2E9C-101B-9397-08002B2CF9AE}" pid="4" name="Slides">
    <vt:i4>14</vt:i4>
  </property>
</Properties>
</file>