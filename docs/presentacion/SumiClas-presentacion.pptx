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9268ca28-86b7-066d-909a-ccbe6ed9b3f5}">
          <p14:sldIdLst>
            <p14:sldId id="256"/>
            <p14:sldId id="257"/>
            <p14:sldId id="258"/>
            <p14:sldId id="259"/>
          </p14:sldIdLst>
        </p14:section>
        <p14:section name="El producto" id="{4600b4a3-6c91-a874-8cbe-50e0c6f2807d}">
          <p14:sldIdLst>
            <p14:sldId id="260"/>
            <p14:sldId id="261"/>
            <p14:sldId id="262"/>
            <p14:sldId id="263"/>
          </p14:sldIdLst>
        </p14:section>
        <p14:section name="Por dentro" id="{55bd3fc6-52fd-8b35-6e4b-7bf41611eb21}">
          <p14:sldIdLst>
            <p14:sldId id="264"/>
            <p14:sldId id="265"/>
            <p14:sldId id="266"/>
            <p14:sldId id="267"/>
          </p14:sldIdLst>
        </p14:section>
        <p14:section name="Cierre" id="{91ade260-8541-de18-80ad-f2998a2be46e}">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Hola, soy Ana y os presento SumiClas. Es una app para que las familias de una clase tengan todo en un mismo sitio, en lugar de depender del grupo de WhatsApp. Os cuento qué es, cómo se ve y cómo está hecho.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Seguro que os suena: el grupo de la clase con cientos de mensajes y, en medio, lo que de verdad importa. La hora de la excursión, quién ha pagado, la chaqueta que alguien se ha dejado. Cuesta encontrar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idea es sencilla: juntar en un único sitio lo que antes estaba repartido. Avisos, calendario, deberes, gastos y objetos perdidos. Y al entrar, un panel te enseña de un vistazo lo que tienes 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dos perfiles. Las familias, que ven la clase de cada uno de sus hijos. Y los delegados de clase, que además publican avisos, eventos, deberes y gastos. Y algo que me importaba mucho: proteger a los menores, así que solo se muestra la inicial del segundo apellido y los cumpleaños sin año.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son las seis cosas que se pueden hacer. Los avisos, con urgentes y marca de leído. El calendario con excursiones, reuniones y cumpleaños. Los deberes con comentarios. Los gastos, para saber quién ha pagado. Los objetos perdidos. Y el panel de inicio que lo resume todo.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tenéis dos pantallas reales de la web, en modo oscuro. A la izquierda el panel de inicio de una familia: avisos sin leer con uno urgente, deberes pendientes y un pago pendiente. A la derecha, los avisos de la clase con el urgente destacado. Son datos de ejemplo, inventados para la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otras dos: el calendario de la clase, en vista de lista, con las próximas citas y los cumpleaños; y los deberes organizados por día y asignatura, donde también las familias pueden hacer propuestas. Los gastos y los objetos perdidos tienen sus propias pantallas, igual de sencillas.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de las ideas que más me gustan: cada semana se puede generar un pequeño resumen con inteligencia artificial, de tres a cinco frases, compartido por toda la clase. Este de la pantalla es un ejemplo ilustrativo. Y por privacidad nunca incluye nombres de niños: los cumpleaños solo se cuentan.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dentro: el frontend está hecho con React, TypeScript, Vite y Tailwind. El backend con .NET 10, Entity Framework y MediatR, sobre una base de datos PostgreSQL en Docker. El resumen semanal usa la API de Anthropic, y para las pruebas NUnit, Moq y Testcontainers. Y todo se despliega en Azure, con la infraestructura definida como código con Terraform.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Algunas cifras que me hacen sentir tranquila: 18 módulos independientes, más de mil doscientos tests automáticos y los más de dieciocho mil colegios oficiales cargados para buscar el tuyo. La sesión es segura con JWT, el cliente de la API se genera solo, así que frontend y backend no se descuadran, y el despliegue en Azure está definido como código con Terraform.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lo que viene a continuación: poder invitar al segundo tutor de un niño, notificaciones para que no se escape nada, y poder editar y borrar lo que ya se ha publicado.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mirando más lejos: ideas que ya están escritas en la documentación del proyecto, no promesas. Vendrían después de la beta y de los pasos más cercanos de la diapositiva anterior. Por ejemplo, que las familias se ayuden entre sí, un buscador con inteligencia artificial sobre el histórico de la clase, pagos reales, avisos de todo el colegio, traducción y lectura en voz alta, y poder usarlo en varios colegios.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Muchas gracias por escuchar. Si queréis probarlo, hay cuentas de demostración con datos inventados; la de Lucía es la de una delegada de clase. Ahora, si tenéis preguntas, encantada.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UMICLAS_COVER">
    <p:bg>
      <p:bgPr>
        <a:solidFill>
          <a:srgbClr val="0F172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UMICLAS_TITLE_ONLY">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73152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ancha rosa"/>
          <p:cNvSpPr/>
          <p:nvPr/>
        </p:nvSpPr>
        <p:spPr>
          <a:xfrm>
            <a:off x="6035040" y="-1371600"/>
            <a:ext cx="4206240" cy="4206240"/>
          </a:xfrm>
          <a:prstGeom prst="ellipse">
            <a:avLst/>
          </a:prstGeom>
          <a:solidFill>
            <a:schemeClr val="accent2">
              <a:alpha val="16000"/>
            </a:schemeClr>
          </a:solidFill>
          <a:ln/>
        </p:spPr>
      </p:sp>
      <p:sp>
        <p:nvSpPr>
          <p:cNvPr id="3" name="Mancha azul"/>
          <p:cNvSpPr/>
          <p:nvPr/>
        </p:nvSpPr>
        <p:spPr>
          <a:xfrm>
            <a:off x="-1280160" y="3200400"/>
            <a:ext cx="4023360" cy="4023360"/>
          </a:xfrm>
          <a:prstGeom prst="ellipse">
            <a:avLst/>
          </a:prstGeom>
          <a:solidFill>
            <a:schemeClr val="accent1">
              <a:alpha val="16000"/>
            </a:schemeClr>
          </a:solidFill>
          <a:ln/>
        </p:spPr>
      </p:sp>
      <p:sp>
        <p:nvSpPr>
          <p:cNvPr id="4" name="Mancha violeta"/>
          <p:cNvSpPr/>
          <p:nvPr/>
        </p:nvSpPr>
        <p:spPr>
          <a:xfrm>
            <a:off x="4206240" y="3931920"/>
            <a:ext cx="2011680" cy="2011680"/>
          </a:xfrm>
          <a:prstGeom prst="ellipse">
            <a:avLst/>
          </a:prstGeom>
          <a:solidFill>
            <a:schemeClr val="accent4">
              <a:alpha val="14000"/>
            </a:schemeClr>
          </a:solidFill>
          <a:ln/>
        </p:spPr>
      </p:sp>
      <p:sp>
        <p:nvSpPr>
          <p:cNvPr id="5" name="Nombre del proyecto"/>
          <p:cNvSpPr txBox="1"/>
          <p:nvPr/>
        </p:nvSpPr>
        <p:spPr>
          <a:xfrm>
            <a:off x="548640" y="1234440"/>
            <a:ext cx="4937760" cy="1097280"/>
          </a:xfrm>
          <a:prstGeom prst="rect">
            <a:avLst/>
          </a:prstGeom>
          <a:noFill/>
          <a:ln/>
        </p:spPr>
        <p:txBody>
          <a:bodyPr wrap="square" lIns="0" tIns="0" rIns="0" bIns="0" rtlCol="0" anchor="ctr"/>
          <a:lstStyle/>
          <a:p>
            <a:pPr indent="0" marL="0">
              <a:buNone/>
            </a:pPr>
            <a:r>
              <a:rPr lang="en-US" sz="6400" b="1" dirty="0">
                <a:solidFill>
                  <a:schemeClr val="tx1"/>
                </a:solidFill>
                <a:latin typeface="Cambria" pitchFamily="34" charset="0"/>
                <a:ea typeface="Cambria" pitchFamily="34" charset="-122"/>
                <a:cs typeface="Cambria" pitchFamily="34" charset="-120"/>
              </a:rPr>
              <a:t>Sumi</a:t>
            </a:r>
            <a:pPr indent="0" marL="0">
              <a:buNone/>
            </a:pPr>
            <a:r>
              <a:rPr lang="en-US" sz="6400" b="1" i="1" dirty="0">
                <a:solidFill>
                  <a:schemeClr val="accent1"/>
                </a:solidFill>
                <a:latin typeface="Cambria" pitchFamily="34" charset="0"/>
                <a:ea typeface="Cambria" pitchFamily="34" charset="-122"/>
                <a:cs typeface="Cambria" pitchFamily="34" charset="-120"/>
              </a:rPr>
              <a:t>Clas</a:t>
            </a:r>
            <a:endParaRPr lang="en-US" sz="6400" dirty="0"/>
          </a:p>
        </p:txBody>
      </p:sp>
      <p:sp>
        <p:nvSpPr>
          <p:cNvPr id="6" name="Lema"/>
          <p:cNvSpPr txBox="1"/>
          <p:nvPr/>
        </p:nvSpPr>
        <p:spPr>
          <a:xfrm>
            <a:off x="548640" y="2423160"/>
            <a:ext cx="4754880" cy="457200"/>
          </a:xfrm>
          <a:prstGeom prst="rect">
            <a:avLst/>
          </a:prstGeom>
          <a:noFill/>
          <a:ln/>
        </p:spPr>
        <p:txBody>
          <a:bodyPr wrap="square" lIns="0" tIns="0" rIns="0" bIns="0" rtlCol="0" anchor="t"/>
          <a:lstStyle/>
          <a:p>
            <a:pPr indent="0" marL="0">
              <a:buNone/>
            </a:pPr>
            <a:r>
              <a:rPr lang="en-US" sz="2400" dirty="0">
                <a:solidFill>
                  <a:schemeClr val="tx2"/>
                </a:solidFill>
              </a:rPr>
              <a:t>Tu clase, en un solo sitio</a:t>
            </a:r>
            <a:endParaRPr lang="en-US" sz="2400" dirty="0"/>
          </a:p>
        </p:txBody>
      </p:sp>
      <p:sp>
        <p:nvSpPr>
          <p:cNvPr id="7" name="Autora"/>
          <p:cNvSpPr txBox="1"/>
          <p:nvPr/>
        </p:nvSpPr>
        <p:spPr>
          <a:xfrm>
            <a:off x="548640" y="4069080"/>
            <a:ext cx="4937760" cy="320040"/>
          </a:xfrm>
          <a:prstGeom prst="rect">
            <a:avLst/>
          </a:prstGeom>
          <a:noFill/>
          <a:ln/>
        </p:spPr>
        <p:txBody>
          <a:bodyPr wrap="square" lIns="0" tIns="0" rIns="0" bIns="0" rtlCol="0" anchor="t"/>
          <a:lstStyle/>
          <a:p>
            <a:pPr indent="0" marL="0">
              <a:buNone/>
            </a:pPr>
            <a:r>
              <a:rPr lang="en-US" sz="1400" dirty="0">
                <a:solidFill>
                  <a:srgbClr val="94A3B8"/>
                </a:solidFill>
              </a:rPr>
              <a:t>Ana Fernández Muñoz · Trabajo fin de máster · 2026</a:t>
            </a:r>
            <a:endParaRPr lang="en-US" sz="1400" dirty="0"/>
          </a:p>
        </p:txBody>
      </p:sp>
      <p:sp>
        <p:nvSpPr>
          <p:cNvPr id="8" name="Tarjeta decorativa LuBell"/>
          <p:cNvSpPr/>
          <p:nvPr/>
        </p:nvSpPr>
        <p:spPr>
          <a:xfrm rot="-360000">
            <a:off x="5806440" y="868680"/>
            <a:ext cx="1325880" cy="1325880"/>
          </a:xfrm>
          <a:prstGeom prst="roundRect">
            <a:avLst>
              <a:gd name="adj" fmla="val 19310"/>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9" name="Icono LuBell (fondo)"/>
          <p:cNvSpPr/>
          <p:nvPr/>
        </p:nvSpPr>
        <p:spPr>
          <a:xfrm>
            <a:off x="6080760" y="1143000"/>
            <a:ext cx="777240" cy="777240"/>
          </a:xfrm>
          <a:prstGeom prst="ellipse">
            <a:avLst/>
          </a:prstGeom>
          <a:solidFill>
            <a:schemeClr val="accent2">
              <a:alpha val="22000"/>
            </a:schemeClr>
          </a:solidFill>
          <a:ln/>
        </p:spPr>
      </p:sp>
      <p:pic>
        <p:nvPicPr>
          <p:cNvPr id="10" name="Icono LuBell" descr="Icono LuBell">    </p:cNvPr>
          <p:cNvPicPr>
            <a:picLocks noChangeAspect="1"/>
          </p:cNvPicPr>
          <p:nvPr/>
        </p:nvPicPr>
        <p:blipFill>
          <a:blip r:embed="rId1"/>
          <a:stretch>
            <a:fillRect/>
          </a:stretch>
        </p:blipFill>
        <p:spPr>
          <a:xfrm>
            <a:off x="6275070" y="1337310"/>
            <a:ext cx="388620" cy="388620"/>
          </a:xfrm>
          <a:prstGeom prst="rect">
            <a:avLst/>
          </a:prstGeom>
        </p:spPr>
      </p:pic>
      <p:sp>
        <p:nvSpPr>
          <p:cNvPr id="11" name="Tarjeta decorativa LuCalendarDays"/>
          <p:cNvSpPr/>
          <p:nvPr/>
        </p:nvSpPr>
        <p:spPr>
          <a:xfrm rot="300000">
            <a:off x="7269480" y="1417320"/>
            <a:ext cx="1325880" cy="1325880"/>
          </a:xfrm>
          <a:prstGeom prst="roundRect">
            <a:avLst>
              <a:gd name="adj" fmla="val 19310"/>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12" name="Icono LuCalendarDays (fondo)"/>
          <p:cNvSpPr/>
          <p:nvPr/>
        </p:nvSpPr>
        <p:spPr>
          <a:xfrm>
            <a:off x="7543800" y="1691640"/>
            <a:ext cx="777240" cy="777240"/>
          </a:xfrm>
          <a:prstGeom prst="ellipse">
            <a:avLst/>
          </a:prstGeom>
          <a:solidFill>
            <a:schemeClr val="accent4">
              <a:alpha val="22000"/>
            </a:schemeClr>
          </a:solidFill>
          <a:ln/>
        </p:spPr>
      </p:sp>
      <p:pic>
        <p:nvPicPr>
          <p:cNvPr id="13" name="Icono LuCalendarDays" descr="Icono LuCalendarDays">    </p:cNvPr>
          <p:cNvPicPr>
            <a:picLocks noChangeAspect="1"/>
          </p:cNvPicPr>
          <p:nvPr/>
        </p:nvPicPr>
        <p:blipFill>
          <a:blip r:embed="rId2"/>
          <a:stretch>
            <a:fillRect/>
          </a:stretch>
        </p:blipFill>
        <p:spPr>
          <a:xfrm>
            <a:off x="7738110" y="1885950"/>
            <a:ext cx="388620" cy="388620"/>
          </a:xfrm>
          <a:prstGeom prst="rect">
            <a:avLst/>
          </a:prstGeom>
        </p:spPr>
      </p:pic>
      <p:sp>
        <p:nvSpPr>
          <p:cNvPr id="14" name="Tarjeta decorativa LuBookOpen"/>
          <p:cNvSpPr/>
          <p:nvPr/>
        </p:nvSpPr>
        <p:spPr>
          <a:xfrm rot="240000">
            <a:off x="5577840" y="2514600"/>
            <a:ext cx="1325880" cy="1325880"/>
          </a:xfrm>
          <a:prstGeom prst="roundRect">
            <a:avLst>
              <a:gd name="adj" fmla="val 19310"/>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15" name="Icono LuBookOpen (fondo)"/>
          <p:cNvSpPr/>
          <p:nvPr/>
        </p:nvSpPr>
        <p:spPr>
          <a:xfrm>
            <a:off x="5852160" y="2788920"/>
            <a:ext cx="777240" cy="777240"/>
          </a:xfrm>
          <a:prstGeom prst="ellipse">
            <a:avLst/>
          </a:prstGeom>
          <a:solidFill>
            <a:schemeClr val="accent3">
              <a:alpha val="22000"/>
            </a:schemeClr>
          </a:solidFill>
          <a:ln/>
        </p:spPr>
      </p:sp>
      <p:pic>
        <p:nvPicPr>
          <p:cNvPr id="16" name="Icono LuBookOpen" descr="Icono LuBookOpen">    </p:cNvPr>
          <p:cNvPicPr>
            <a:picLocks noChangeAspect="1"/>
          </p:cNvPicPr>
          <p:nvPr/>
        </p:nvPicPr>
        <p:blipFill>
          <a:blip r:embed="rId3"/>
          <a:stretch>
            <a:fillRect/>
          </a:stretch>
        </p:blipFill>
        <p:spPr>
          <a:xfrm>
            <a:off x="6046470" y="2983230"/>
            <a:ext cx="388620" cy="388620"/>
          </a:xfrm>
          <a:prstGeom prst="rect">
            <a:avLst/>
          </a:prstGeom>
        </p:spPr>
      </p:pic>
      <p:sp>
        <p:nvSpPr>
          <p:cNvPr id="17" name="Tarjeta decorativa LuWallet"/>
          <p:cNvSpPr/>
          <p:nvPr/>
        </p:nvSpPr>
        <p:spPr>
          <a:xfrm rot="-300000">
            <a:off x="7040880" y="3063240"/>
            <a:ext cx="1325880" cy="1325880"/>
          </a:xfrm>
          <a:prstGeom prst="roundRect">
            <a:avLst>
              <a:gd name="adj" fmla="val 19310"/>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18" name="Icono LuWallet (fondo)"/>
          <p:cNvSpPr/>
          <p:nvPr/>
        </p:nvSpPr>
        <p:spPr>
          <a:xfrm>
            <a:off x="7315200" y="3337560"/>
            <a:ext cx="777240" cy="777240"/>
          </a:xfrm>
          <a:prstGeom prst="ellipse">
            <a:avLst/>
          </a:prstGeom>
          <a:solidFill>
            <a:schemeClr val="accent5">
              <a:alpha val="22000"/>
            </a:schemeClr>
          </a:solidFill>
          <a:ln/>
        </p:spPr>
      </p:sp>
      <p:pic>
        <p:nvPicPr>
          <p:cNvPr id="19" name="Icono LuWallet" descr="Icono LuWallet">    </p:cNvPr>
          <p:cNvPicPr>
            <a:picLocks noChangeAspect="1"/>
          </p:cNvPicPr>
          <p:nvPr/>
        </p:nvPicPr>
        <p:blipFill>
          <a:blip r:embed="rId4"/>
          <a:stretch>
            <a:fillRect/>
          </a:stretch>
        </p:blipFill>
        <p:spPr>
          <a:xfrm>
            <a:off x="7509510" y="3531870"/>
            <a:ext cx="388620" cy="3886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Mancha rosa"/>
          <p:cNvSpPr/>
          <p:nvPr/>
        </p:nvSpPr>
        <p:spPr>
          <a:xfrm>
            <a:off x="6766560" y="2743200"/>
            <a:ext cx="3291840" cy="3291840"/>
          </a:xfrm>
          <a:prstGeom prst="ellipse">
            <a:avLst/>
          </a:prstGeom>
          <a:solidFill>
            <a:schemeClr val="accent2">
              <a:alpha val="12000"/>
            </a:schemeClr>
          </a:solidFill>
          <a:ln/>
        </p:spPr>
      </p:sp>
      <p:sp>
        <p:nvSpPr>
          <p:cNvPr id="3"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600" b="1" dirty="0">
                <a:solidFill>
                  <a:schemeClr val="tx1"/>
                </a:solidFill>
              </a:rPr>
              <a:t>¿Te suena el grupo de WhatsApp?</a:t>
            </a:r>
            <a:endParaRPr lang="en-US" sz="3600" dirty="0"/>
          </a:p>
        </p:txBody>
      </p:sp>
      <p:sp>
        <p:nvSpPr>
          <p:cNvPr id="4" name="Burbuja M"/>
          <p:cNvSpPr/>
          <p:nvPr/>
        </p:nvSpPr>
        <p:spPr>
          <a:xfrm>
            <a:off x="548640" y="1417320"/>
            <a:ext cx="4480560" cy="731520"/>
          </a:xfrm>
          <a:prstGeom prst="roundRect">
            <a:avLst>
              <a:gd name="adj" fmla="val 50000"/>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5" name="Avatar M"/>
          <p:cNvSpPr/>
          <p:nvPr/>
        </p:nvSpPr>
        <p:spPr>
          <a:xfrm>
            <a:off x="694944" y="1563624"/>
            <a:ext cx="438912" cy="438912"/>
          </a:xfrm>
          <a:prstGeom prst="ellipse">
            <a:avLst/>
          </a:prstGeom>
          <a:solidFill>
            <a:schemeClr val="accent4">
              <a:alpha val="30000"/>
            </a:schemeClr>
          </a:solidFill>
          <a:ln/>
        </p:spPr>
      </p:sp>
      <p:sp>
        <p:nvSpPr>
          <p:cNvPr id="6" name="Inicial M"/>
          <p:cNvSpPr txBox="1"/>
          <p:nvPr/>
        </p:nvSpPr>
        <p:spPr>
          <a:xfrm>
            <a:off x="694944" y="1563624"/>
            <a:ext cx="438912" cy="438912"/>
          </a:xfrm>
          <a:prstGeom prst="rect">
            <a:avLst/>
          </a:prstGeom>
          <a:noFill/>
          <a:ln/>
        </p:spPr>
        <p:txBody>
          <a:bodyPr wrap="square" lIns="0" tIns="0" rIns="0" bIns="0" rtlCol="0" anchor="ctr"/>
          <a:lstStyle/>
          <a:p>
            <a:pPr algn="ctr" indent="0" marL="0">
              <a:buNone/>
            </a:pPr>
            <a:r>
              <a:rPr lang="en-US" sz="1600" b="1" dirty="0">
                <a:solidFill>
                  <a:schemeClr val="tx1"/>
                </a:solidFill>
              </a:rPr>
              <a:t>M</a:t>
            </a:r>
            <a:endParaRPr lang="en-US" sz="1600" dirty="0"/>
          </a:p>
        </p:txBody>
      </p:sp>
      <p:sp>
        <p:nvSpPr>
          <p:cNvPr id="7" name="Mensaje M"/>
          <p:cNvSpPr txBox="1"/>
          <p:nvPr/>
        </p:nvSpPr>
        <p:spPr>
          <a:xfrm>
            <a:off x="1298448" y="1417320"/>
            <a:ext cx="3566160" cy="731520"/>
          </a:xfrm>
          <a:prstGeom prst="rect">
            <a:avLst/>
          </a:prstGeom>
          <a:noFill/>
          <a:ln/>
        </p:spPr>
        <p:txBody>
          <a:bodyPr wrap="square" lIns="0" tIns="0" rIns="0" bIns="0" rtlCol="0" anchor="ctr"/>
          <a:lstStyle/>
          <a:p>
            <a:pPr indent="0" marL="0">
              <a:buNone/>
            </a:pPr>
            <a:r>
              <a:rPr lang="en-US" sz="1600" dirty="0">
                <a:solidFill>
                  <a:schemeClr val="tx1"/>
                </a:solidFill>
              </a:rPr>
              <a:t>¿A qué hora era la excursión?</a:t>
            </a:r>
            <a:endParaRPr lang="en-US" sz="1600" dirty="0"/>
          </a:p>
        </p:txBody>
      </p:sp>
      <p:sp>
        <p:nvSpPr>
          <p:cNvPr id="8" name="Burbuja P"/>
          <p:cNvSpPr/>
          <p:nvPr/>
        </p:nvSpPr>
        <p:spPr>
          <a:xfrm>
            <a:off x="1188720" y="2423160"/>
            <a:ext cx="4480560" cy="731520"/>
          </a:xfrm>
          <a:prstGeom prst="roundRect">
            <a:avLst>
              <a:gd name="adj" fmla="val 50000"/>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9" name="Avatar P"/>
          <p:cNvSpPr/>
          <p:nvPr/>
        </p:nvSpPr>
        <p:spPr>
          <a:xfrm>
            <a:off x="1335024" y="2569464"/>
            <a:ext cx="438912" cy="438912"/>
          </a:xfrm>
          <a:prstGeom prst="ellipse">
            <a:avLst/>
          </a:prstGeom>
          <a:solidFill>
            <a:schemeClr val="accent3">
              <a:alpha val="30000"/>
            </a:schemeClr>
          </a:solidFill>
          <a:ln/>
        </p:spPr>
      </p:sp>
      <p:sp>
        <p:nvSpPr>
          <p:cNvPr id="10" name="Inicial P"/>
          <p:cNvSpPr txBox="1"/>
          <p:nvPr/>
        </p:nvSpPr>
        <p:spPr>
          <a:xfrm>
            <a:off x="1335024" y="2569464"/>
            <a:ext cx="438912" cy="438912"/>
          </a:xfrm>
          <a:prstGeom prst="rect">
            <a:avLst/>
          </a:prstGeom>
          <a:noFill/>
          <a:ln/>
        </p:spPr>
        <p:txBody>
          <a:bodyPr wrap="square" lIns="0" tIns="0" rIns="0" bIns="0" rtlCol="0" anchor="ctr"/>
          <a:lstStyle/>
          <a:p>
            <a:pPr algn="ctr" indent="0" marL="0">
              <a:buNone/>
            </a:pPr>
            <a:r>
              <a:rPr lang="en-US" sz="1600" b="1" dirty="0">
                <a:solidFill>
                  <a:schemeClr val="tx1"/>
                </a:solidFill>
              </a:rPr>
              <a:t>P</a:t>
            </a:r>
            <a:endParaRPr lang="en-US" sz="1600" dirty="0"/>
          </a:p>
        </p:txBody>
      </p:sp>
      <p:sp>
        <p:nvSpPr>
          <p:cNvPr id="11" name="Mensaje P"/>
          <p:cNvSpPr txBox="1"/>
          <p:nvPr/>
        </p:nvSpPr>
        <p:spPr>
          <a:xfrm>
            <a:off x="1938528" y="2423160"/>
            <a:ext cx="3566160" cy="731520"/>
          </a:xfrm>
          <a:prstGeom prst="rect">
            <a:avLst/>
          </a:prstGeom>
          <a:noFill/>
          <a:ln/>
        </p:spPr>
        <p:txBody>
          <a:bodyPr wrap="square" lIns="0" tIns="0" rIns="0" bIns="0" rtlCol="0" anchor="ctr"/>
          <a:lstStyle/>
          <a:p>
            <a:pPr indent="0" marL="0">
              <a:buNone/>
            </a:pPr>
            <a:r>
              <a:rPr lang="en-US" sz="1600" dirty="0">
                <a:solidFill>
                  <a:schemeClr val="tx1"/>
                </a:solidFill>
              </a:rPr>
              <a:t>¿Quién ha pagado ya el regalo?</a:t>
            </a:r>
            <a:endParaRPr lang="en-US" sz="1600" dirty="0"/>
          </a:p>
        </p:txBody>
      </p:sp>
      <p:sp>
        <p:nvSpPr>
          <p:cNvPr id="12" name="Burbuja L"/>
          <p:cNvSpPr/>
          <p:nvPr/>
        </p:nvSpPr>
        <p:spPr>
          <a:xfrm>
            <a:off x="548640" y="3429000"/>
            <a:ext cx="4480560" cy="731520"/>
          </a:xfrm>
          <a:prstGeom prst="roundRect">
            <a:avLst>
              <a:gd name="adj" fmla="val 50000"/>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13" name="Avatar L"/>
          <p:cNvSpPr/>
          <p:nvPr/>
        </p:nvSpPr>
        <p:spPr>
          <a:xfrm>
            <a:off x="694944" y="3575304"/>
            <a:ext cx="438912" cy="438912"/>
          </a:xfrm>
          <a:prstGeom prst="ellipse">
            <a:avLst/>
          </a:prstGeom>
          <a:solidFill>
            <a:schemeClr val="accent5">
              <a:alpha val="30000"/>
            </a:schemeClr>
          </a:solidFill>
          <a:ln/>
        </p:spPr>
      </p:sp>
      <p:sp>
        <p:nvSpPr>
          <p:cNvPr id="14" name="Inicial L"/>
          <p:cNvSpPr txBox="1"/>
          <p:nvPr/>
        </p:nvSpPr>
        <p:spPr>
          <a:xfrm>
            <a:off x="694944" y="3575304"/>
            <a:ext cx="438912" cy="438912"/>
          </a:xfrm>
          <a:prstGeom prst="rect">
            <a:avLst/>
          </a:prstGeom>
          <a:noFill/>
          <a:ln/>
        </p:spPr>
        <p:txBody>
          <a:bodyPr wrap="square" lIns="0" tIns="0" rIns="0" bIns="0" rtlCol="0" anchor="ctr"/>
          <a:lstStyle/>
          <a:p>
            <a:pPr algn="ctr" indent="0" marL="0">
              <a:buNone/>
            </a:pPr>
            <a:r>
              <a:rPr lang="en-US" sz="1600" b="1" dirty="0">
                <a:solidFill>
                  <a:schemeClr val="tx1"/>
                </a:solidFill>
              </a:rPr>
              <a:t>L</a:t>
            </a:r>
            <a:endParaRPr lang="en-US" sz="1600" dirty="0"/>
          </a:p>
        </p:txBody>
      </p:sp>
      <p:sp>
        <p:nvSpPr>
          <p:cNvPr id="15" name="Mensaje L"/>
          <p:cNvSpPr txBox="1"/>
          <p:nvPr/>
        </p:nvSpPr>
        <p:spPr>
          <a:xfrm>
            <a:off x="1298448" y="3429000"/>
            <a:ext cx="3566160" cy="731520"/>
          </a:xfrm>
          <a:prstGeom prst="rect">
            <a:avLst/>
          </a:prstGeom>
          <a:noFill/>
          <a:ln/>
        </p:spPr>
        <p:txBody>
          <a:bodyPr wrap="square" lIns="0" tIns="0" rIns="0" bIns="0" rtlCol="0" anchor="ctr"/>
          <a:lstStyle/>
          <a:p>
            <a:pPr indent="0" marL="0">
              <a:buNone/>
            </a:pPr>
            <a:r>
              <a:rPr lang="en-US" sz="1600" dirty="0">
                <a:solidFill>
                  <a:schemeClr val="tx1"/>
                </a:solidFill>
              </a:rPr>
              <a:t>¿Alguien ha visto una chaqueta azul?</a:t>
            </a:r>
            <a:endParaRPr lang="en-US" sz="1600" dirty="0"/>
          </a:p>
        </p:txBody>
      </p:sp>
      <p:sp>
        <p:nvSpPr>
          <p:cNvPr id="16" name="Insignia de notificaciones"/>
          <p:cNvSpPr/>
          <p:nvPr/>
        </p:nvSpPr>
        <p:spPr>
          <a:xfrm>
            <a:off x="6583680" y="1554480"/>
            <a:ext cx="1005840" cy="1005840"/>
          </a:xfrm>
          <a:prstGeom prst="ellipse">
            <a:avLst/>
          </a:prstGeom>
          <a:solidFill>
            <a:schemeClr val="accent2">
              <a:alpha val="85000"/>
            </a:schemeClr>
          </a:solidFill>
          <a:ln/>
        </p:spPr>
      </p:sp>
      <p:sp>
        <p:nvSpPr>
          <p:cNvPr id="17" name="Notificaciones sin leer"/>
          <p:cNvSpPr txBox="1"/>
          <p:nvPr/>
        </p:nvSpPr>
        <p:spPr>
          <a:xfrm>
            <a:off x="6583680" y="1554480"/>
            <a:ext cx="1005840" cy="1005840"/>
          </a:xfrm>
          <a:prstGeom prst="rect">
            <a:avLst/>
          </a:prstGeom>
          <a:noFill/>
          <a:ln/>
        </p:spPr>
        <p:txBody>
          <a:bodyPr wrap="square" lIns="0" tIns="0" rIns="0" bIns="0" rtlCol="0" anchor="ctr"/>
          <a:lstStyle/>
          <a:p>
            <a:pPr algn="ctr" indent="0" marL="0">
              <a:buNone/>
            </a:pPr>
            <a:r>
              <a:rPr lang="en-US" sz="2800" b="1" dirty="0">
                <a:solidFill>
                  <a:schemeClr val="tx1"/>
                </a:solidFill>
                <a:latin typeface="Cambria" pitchFamily="34" charset="0"/>
                <a:ea typeface="Cambria" pitchFamily="34" charset="-122"/>
                <a:cs typeface="Cambria" pitchFamily="34" charset="-120"/>
              </a:rPr>
              <a:t>99+</a:t>
            </a:r>
            <a:endParaRPr lang="en-US" sz="2800" dirty="0"/>
          </a:p>
        </p:txBody>
      </p:sp>
      <p:sp>
        <p:nvSpPr>
          <p:cNvPr id="18" name="Idea principal"/>
          <p:cNvSpPr txBox="1"/>
          <p:nvPr/>
        </p:nvSpPr>
        <p:spPr>
          <a:xfrm>
            <a:off x="5989320" y="2880360"/>
            <a:ext cx="2651760" cy="1280160"/>
          </a:xfrm>
          <a:prstGeom prst="rect">
            <a:avLst/>
          </a:prstGeom>
          <a:noFill/>
          <a:ln/>
        </p:spPr>
        <p:txBody>
          <a:bodyPr wrap="square" lIns="0" tIns="0" rIns="0" bIns="0" rtlCol="0" anchor="t"/>
          <a:lstStyle/>
          <a:p>
            <a:pPr indent="0" marL="0">
              <a:buNone/>
            </a:pPr>
            <a:r>
              <a:rPr lang="en-US" sz="2000" dirty="0">
                <a:solidFill>
                  <a:schemeClr val="tx1"/>
                </a:solidFill>
              </a:rPr>
              <a:t>La información importante se pierde entre cientos de mensajes.</a:t>
            </a:r>
            <a:endParaRPr lang="en-US" sz="2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Mancha azul"/>
          <p:cNvSpPr/>
          <p:nvPr/>
        </p:nvSpPr>
        <p:spPr>
          <a:xfrm>
            <a:off x="-1188720" y="3108960"/>
            <a:ext cx="3474720" cy="3474720"/>
          </a:xfrm>
          <a:prstGeom prst="ellipse">
            <a:avLst/>
          </a:prstGeom>
          <a:solidFill>
            <a:schemeClr val="accent1">
              <a:alpha val="12000"/>
            </a:schemeClr>
          </a:solidFill>
          <a:ln/>
        </p:spPr>
      </p:sp>
      <p:sp>
        <p:nvSpPr>
          <p:cNvPr id="3"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600" b="1" dirty="0">
                <a:solidFill>
                  <a:schemeClr val="tx1"/>
                </a:solidFill>
              </a:rPr>
              <a:t>Y si todo estuviera en un solo sitio</a:t>
            </a:r>
            <a:endParaRPr lang="en-US" sz="3600" dirty="0"/>
          </a:p>
        </p:txBody>
      </p:sp>
      <p:sp>
        <p:nvSpPr>
          <p:cNvPr id="4" name="Qué es SumiClas"/>
          <p:cNvSpPr txBox="1"/>
          <p:nvPr/>
        </p:nvSpPr>
        <p:spPr>
          <a:xfrm>
            <a:off x="548640" y="1463040"/>
            <a:ext cx="4023360" cy="1554480"/>
          </a:xfrm>
          <a:prstGeom prst="rect">
            <a:avLst/>
          </a:prstGeom>
          <a:noFill/>
          <a:ln/>
        </p:spPr>
        <p:txBody>
          <a:bodyPr wrap="square" lIns="0" tIns="0" rIns="0" bIns="0" rtlCol="0" anchor="t"/>
          <a:lstStyle/>
          <a:p>
            <a:pPr indent="0" marL="0">
              <a:buNone/>
            </a:pPr>
            <a:r>
              <a:rPr lang="en-US" sz="2000" dirty="0">
                <a:solidFill>
                  <a:schemeClr val="tx2"/>
                </a:solidFill>
              </a:rPr>
              <a:t>SumiClas reúne </a:t>
            </a:r>
            <a:pPr indent="0" marL="0">
              <a:buNone/>
            </a:pPr>
            <a:r>
              <a:rPr lang="en-US" sz="2000" b="1" dirty="0">
                <a:solidFill>
                  <a:schemeClr val="tx1"/>
                </a:solidFill>
              </a:rPr>
              <a:t>avisos, calendario, deberes, gastos y objetos perdidos</a:t>
            </a:r>
            <a:pPr indent="0" marL="0">
              <a:buNone/>
            </a:pPr>
            <a:r>
              <a:rPr lang="en-US" sz="2000" dirty="0">
                <a:solidFill>
                  <a:schemeClr val="tx2"/>
                </a:solidFill>
              </a:rPr>
              <a:t> en una sola app para las familias de una clase.</a:t>
            </a:r>
            <a:endParaRPr lang="en-US" sz="2000" dirty="0"/>
          </a:p>
        </p:txBody>
      </p:sp>
      <p:sp>
        <p:nvSpPr>
          <p:cNvPr id="5" name="Panel de inicio"/>
          <p:cNvSpPr txBox="1"/>
          <p:nvPr/>
        </p:nvSpPr>
        <p:spPr>
          <a:xfrm>
            <a:off x="548640" y="3246120"/>
            <a:ext cx="4023360" cy="914400"/>
          </a:xfrm>
          <a:prstGeom prst="rect">
            <a:avLst/>
          </a:prstGeom>
          <a:noFill/>
          <a:ln/>
        </p:spPr>
        <p:txBody>
          <a:bodyPr wrap="square" lIns="0" tIns="0" rIns="0" bIns="0" rtlCol="0" anchor="t"/>
          <a:lstStyle/>
          <a:p>
            <a:pPr indent="0" marL="0">
              <a:buNone/>
            </a:pPr>
            <a:r>
              <a:rPr lang="en-US" sz="1800" dirty="0">
                <a:solidFill>
                  <a:srgbClr val="94A3B8"/>
                </a:solidFill>
              </a:rPr>
              <a:t>Y lo importante aparece destacado en tu panel de inicio, sin buscar.</a:t>
            </a:r>
            <a:endParaRPr lang="en-US" sz="1800" dirty="0"/>
          </a:p>
        </p:txBody>
      </p:sp>
      <p:sp>
        <p:nvSpPr>
          <p:cNvPr id="6" name="Órbita"/>
          <p:cNvSpPr/>
          <p:nvPr/>
        </p:nvSpPr>
        <p:spPr>
          <a:xfrm>
            <a:off x="5394960" y="1554480"/>
            <a:ext cx="2651760" cy="2651760"/>
          </a:xfrm>
          <a:prstGeom prst="ellipse">
            <a:avLst/>
          </a:prstGeom>
          <a:ln w="15875">
            <a:solidFill>
              <a:srgbClr val="334155"/>
            </a:solidFill>
            <a:prstDash val="dash"/>
          </a:ln>
        </p:spPr>
      </p:sp>
      <p:sp>
        <p:nvSpPr>
          <p:cNvPr id="7" name="Centro SumiClas"/>
          <p:cNvSpPr/>
          <p:nvPr/>
        </p:nvSpPr>
        <p:spPr>
          <a:xfrm>
            <a:off x="6153912" y="2313432"/>
            <a:ext cx="1133856" cy="1133856"/>
          </a:xfrm>
          <a:prstGeom prst="ellipse">
            <a:avLst/>
          </a:prstGeom>
          <a:solidFill>
            <a:schemeClr val="accent6"/>
          </a:solidFill>
          <a:ln/>
          <a:effectLst>
            <a:outerShdw sx="100000" sy="100000" kx="0" ky="0" algn="bl" rotWithShape="0" blurRad="127000" dist="38100" dir="5400000">
              <a:srgbClr val="000000">
                <a:alpha val="35000"/>
              </a:srgbClr>
            </a:outerShdw>
          </a:effectLst>
        </p:spPr>
      </p:sp>
      <p:sp>
        <p:nvSpPr>
          <p:cNvPr id="8" name="Nombre en el centro"/>
          <p:cNvSpPr txBox="1"/>
          <p:nvPr/>
        </p:nvSpPr>
        <p:spPr>
          <a:xfrm>
            <a:off x="6153912" y="2313432"/>
            <a:ext cx="1133856" cy="1133856"/>
          </a:xfrm>
          <a:prstGeom prst="rect">
            <a:avLst/>
          </a:prstGeom>
          <a:noFill/>
          <a:ln/>
        </p:spPr>
        <p:txBody>
          <a:bodyPr wrap="square" lIns="0" tIns="0" rIns="0" bIns="0" rtlCol="0" anchor="ctr"/>
          <a:lstStyle/>
          <a:p>
            <a:pPr algn="ctr" indent="0" marL="0">
              <a:buNone/>
            </a:pPr>
            <a:r>
              <a:rPr lang="en-US" sz="1600" b="1" dirty="0">
                <a:solidFill>
                  <a:schemeClr val="tx1"/>
                </a:solidFill>
                <a:latin typeface="Cambria" pitchFamily="34" charset="0"/>
                <a:ea typeface="Cambria" pitchFamily="34" charset="-122"/>
                <a:cs typeface="Cambria" pitchFamily="34" charset="-120"/>
              </a:rPr>
              <a:t>Sumi</a:t>
            </a:r>
            <a:pPr algn="ctr" indent="0" marL="0">
              <a:buNone/>
            </a:pPr>
            <a:r>
              <a:rPr lang="en-US" sz="1600" b="1" i="1" dirty="0">
                <a:solidFill>
                  <a:schemeClr val="tx1"/>
                </a:solidFill>
                <a:latin typeface="Cambria" pitchFamily="34" charset="0"/>
                <a:ea typeface="Cambria" pitchFamily="34" charset="-122"/>
                <a:cs typeface="Cambria" pitchFamily="34" charset="-120"/>
              </a:rPr>
              <a:t>Clas</a:t>
            </a:r>
            <a:endParaRPr lang="en-US" sz="1600" dirty="0"/>
          </a:p>
        </p:txBody>
      </p:sp>
      <p:sp>
        <p:nvSpPr>
          <p:cNvPr id="9" name="Fondo LuBell"/>
          <p:cNvSpPr/>
          <p:nvPr/>
        </p:nvSpPr>
        <p:spPr>
          <a:xfrm>
            <a:off x="6309360" y="1143000"/>
            <a:ext cx="822960" cy="822960"/>
          </a:xfrm>
          <a:prstGeom prst="ellipse">
            <a:avLst/>
          </a:prstGeom>
          <a:solidFill>
            <a:schemeClr val="bg2"/>
          </a:solidFill>
          <a:ln w="12700">
            <a:solidFill>
              <a:srgbClr val="334155"/>
            </a:solidFill>
            <a:prstDash val="solid"/>
          </a:ln>
        </p:spPr>
      </p:sp>
      <p:sp>
        <p:nvSpPr>
          <p:cNvPr id="10" name="Icono LuBell (fondo)"/>
          <p:cNvSpPr/>
          <p:nvPr/>
        </p:nvSpPr>
        <p:spPr>
          <a:xfrm>
            <a:off x="6345936" y="1179576"/>
            <a:ext cx="749808" cy="749808"/>
          </a:xfrm>
          <a:prstGeom prst="ellipse">
            <a:avLst/>
          </a:prstGeom>
          <a:solidFill>
            <a:schemeClr val="accent2">
              <a:alpha val="22000"/>
            </a:schemeClr>
          </a:solidFill>
          <a:ln/>
        </p:spPr>
      </p:sp>
      <p:pic>
        <p:nvPicPr>
          <p:cNvPr id="11" name="Icono LuBell" descr="Icono LuBell">    </p:cNvPr>
          <p:cNvPicPr>
            <a:picLocks noChangeAspect="1"/>
          </p:cNvPicPr>
          <p:nvPr/>
        </p:nvPicPr>
        <p:blipFill>
          <a:blip r:embed="rId1"/>
          <a:stretch>
            <a:fillRect/>
          </a:stretch>
        </p:blipFill>
        <p:spPr>
          <a:xfrm>
            <a:off x="6533388" y="1367028"/>
            <a:ext cx="374904" cy="374904"/>
          </a:xfrm>
          <a:prstGeom prst="rect">
            <a:avLst/>
          </a:prstGeom>
        </p:spPr>
      </p:pic>
      <p:sp>
        <p:nvSpPr>
          <p:cNvPr id="12" name="Fondo LuCalendarDays"/>
          <p:cNvSpPr/>
          <p:nvPr/>
        </p:nvSpPr>
        <p:spPr>
          <a:xfrm>
            <a:off x="7570347" y="2059161"/>
            <a:ext cx="822960" cy="822960"/>
          </a:xfrm>
          <a:prstGeom prst="ellipse">
            <a:avLst/>
          </a:prstGeom>
          <a:solidFill>
            <a:schemeClr val="bg2"/>
          </a:solidFill>
          <a:ln w="12700">
            <a:solidFill>
              <a:srgbClr val="334155"/>
            </a:solidFill>
            <a:prstDash val="solid"/>
          </a:ln>
        </p:spPr>
      </p:sp>
      <p:sp>
        <p:nvSpPr>
          <p:cNvPr id="13" name="Icono LuCalendarDays (fondo)"/>
          <p:cNvSpPr/>
          <p:nvPr/>
        </p:nvSpPr>
        <p:spPr>
          <a:xfrm>
            <a:off x="7606923" y="2095737"/>
            <a:ext cx="749808" cy="749808"/>
          </a:xfrm>
          <a:prstGeom prst="ellipse">
            <a:avLst/>
          </a:prstGeom>
          <a:solidFill>
            <a:schemeClr val="accent4">
              <a:alpha val="22000"/>
            </a:schemeClr>
          </a:solidFill>
          <a:ln/>
        </p:spPr>
      </p:sp>
      <p:pic>
        <p:nvPicPr>
          <p:cNvPr id="14" name="Icono LuCalendarDays" descr="Icono LuCalendarDays">    </p:cNvPr>
          <p:cNvPicPr>
            <a:picLocks noChangeAspect="1"/>
          </p:cNvPicPr>
          <p:nvPr/>
        </p:nvPicPr>
        <p:blipFill>
          <a:blip r:embed="rId2"/>
          <a:stretch>
            <a:fillRect/>
          </a:stretch>
        </p:blipFill>
        <p:spPr>
          <a:xfrm>
            <a:off x="7794375" y="2283189"/>
            <a:ext cx="374904" cy="374904"/>
          </a:xfrm>
          <a:prstGeom prst="rect">
            <a:avLst/>
          </a:prstGeom>
        </p:spPr>
      </p:pic>
      <p:sp>
        <p:nvSpPr>
          <p:cNvPr id="15" name="Fondo LuBookOpen"/>
          <p:cNvSpPr/>
          <p:nvPr/>
        </p:nvSpPr>
        <p:spPr>
          <a:xfrm>
            <a:off x="7088693" y="3541539"/>
            <a:ext cx="822960" cy="822960"/>
          </a:xfrm>
          <a:prstGeom prst="ellipse">
            <a:avLst/>
          </a:prstGeom>
          <a:solidFill>
            <a:schemeClr val="bg2"/>
          </a:solidFill>
          <a:ln w="12700">
            <a:solidFill>
              <a:srgbClr val="334155"/>
            </a:solidFill>
            <a:prstDash val="solid"/>
          </a:ln>
        </p:spPr>
      </p:sp>
      <p:sp>
        <p:nvSpPr>
          <p:cNvPr id="16" name="Icono LuBookOpen (fondo)"/>
          <p:cNvSpPr/>
          <p:nvPr/>
        </p:nvSpPr>
        <p:spPr>
          <a:xfrm>
            <a:off x="7125269" y="3578115"/>
            <a:ext cx="749808" cy="749808"/>
          </a:xfrm>
          <a:prstGeom prst="ellipse">
            <a:avLst/>
          </a:prstGeom>
          <a:solidFill>
            <a:schemeClr val="accent3">
              <a:alpha val="22000"/>
            </a:schemeClr>
          </a:solidFill>
          <a:ln/>
        </p:spPr>
      </p:sp>
      <p:pic>
        <p:nvPicPr>
          <p:cNvPr id="17" name="Icono LuBookOpen" descr="Icono LuBookOpen">    </p:cNvPr>
          <p:cNvPicPr>
            <a:picLocks noChangeAspect="1"/>
          </p:cNvPicPr>
          <p:nvPr/>
        </p:nvPicPr>
        <p:blipFill>
          <a:blip r:embed="rId3"/>
          <a:stretch>
            <a:fillRect/>
          </a:stretch>
        </p:blipFill>
        <p:spPr>
          <a:xfrm>
            <a:off x="7312721" y="3765567"/>
            <a:ext cx="374904" cy="374904"/>
          </a:xfrm>
          <a:prstGeom prst="rect">
            <a:avLst/>
          </a:prstGeom>
        </p:spPr>
      </p:pic>
      <p:sp>
        <p:nvSpPr>
          <p:cNvPr id="18" name="Fondo LuWallet"/>
          <p:cNvSpPr/>
          <p:nvPr/>
        </p:nvSpPr>
        <p:spPr>
          <a:xfrm>
            <a:off x="5530027" y="3541539"/>
            <a:ext cx="822960" cy="822960"/>
          </a:xfrm>
          <a:prstGeom prst="ellipse">
            <a:avLst/>
          </a:prstGeom>
          <a:solidFill>
            <a:schemeClr val="bg2"/>
          </a:solidFill>
          <a:ln w="12700">
            <a:solidFill>
              <a:srgbClr val="334155"/>
            </a:solidFill>
            <a:prstDash val="solid"/>
          </a:ln>
        </p:spPr>
      </p:sp>
      <p:sp>
        <p:nvSpPr>
          <p:cNvPr id="19" name="Icono LuWallet (fondo)"/>
          <p:cNvSpPr/>
          <p:nvPr/>
        </p:nvSpPr>
        <p:spPr>
          <a:xfrm>
            <a:off x="5566603" y="3578115"/>
            <a:ext cx="749808" cy="749808"/>
          </a:xfrm>
          <a:prstGeom prst="ellipse">
            <a:avLst/>
          </a:prstGeom>
          <a:solidFill>
            <a:schemeClr val="accent5">
              <a:alpha val="22000"/>
            </a:schemeClr>
          </a:solidFill>
          <a:ln/>
        </p:spPr>
      </p:sp>
      <p:pic>
        <p:nvPicPr>
          <p:cNvPr id="20" name="Icono LuWallet" descr="Icono LuWallet">    </p:cNvPr>
          <p:cNvPicPr>
            <a:picLocks noChangeAspect="1"/>
          </p:cNvPicPr>
          <p:nvPr/>
        </p:nvPicPr>
        <p:blipFill>
          <a:blip r:embed="rId4"/>
          <a:stretch>
            <a:fillRect/>
          </a:stretch>
        </p:blipFill>
        <p:spPr>
          <a:xfrm>
            <a:off x="5754055" y="3765567"/>
            <a:ext cx="374904" cy="374904"/>
          </a:xfrm>
          <a:prstGeom prst="rect">
            <a:avLst/>
          </a:prstGeom>
        </p:spPr>
      </p:pic>
      <p:sp>
        <p:nvSpPr>
          <p:cNvPr id="21" name="Fondo LuPackageSearch"/>
          <p:cNvSpPr/>
          <p:nvPr/>
        </p:nvSpPr>
        <p:spPr>
          <a:xfrm>
            <a:off x="5048373" y="2059161"/>
            <a:ext cx="822960" cy="822960"/>
          </a:xfrm>
          <a:prstGeom prst="ellipse">
            <a:avLst/>
          </a:prstGeom>
          <a:solidFill>
            <a:schemeClr val="bg2"/>
          </a:solidFill>
          <a:ln w="12700">
            <a:solidFill>
              <a:srgbClr val="334155"/>
            </a:solidFill>
            <a:prstDash val="solid"/>
          </a:ln>
        </p:spPr>
      </p:sp>
      <p:sp>
        <p:nvSpPr>
          <p:cNvPr id="22" name="Icono LuPackageSearch (fondo)"/>
          <p:cNvSpPr/>
          <p:nvPr/>
        </p:nvSpPr>
        <p:spPr>
          <a:xfrm>
            <a:off x="5084949" y="2095737"/>
            <a:ext cx="749808" cy="749808"/>
          </a:xfrm>
          <a:prstGeom prst="ellipse">
            <a:avLst/>
          </a:prstGeom>
          <a:solidFill>
            <a:schemeClr val="accent1">
              <a:alpha val="22000"/>
            </a:schemeClr>
          </a:solidFill>
          <a:ln/>
        </p:spPr>
      </p:sp>
      <p:pic>
        <p:nvPicPr>
          <p:cNvPr id="23" name="Icono LuPackageSearch" descr="Icono LuPackageSearch">    </p:cNvPr>
          <p:cNvPicPr>
            <a:picLocks noChangeAspect="1"/>
          </p:cNvPicPr>
          <p:nvPr/>
        </p:nvPicPr>
        <p:blipFill>
          <a:blip r:embed="rId5"/>
          <a:stretch>
            <a:fillRect/>
          </a:stretch>
        </p:blipFill>
        <p:spPr>
          <a:xfrm>
            <a:off x="5272401" y="2283189"/>
            <a:ext cx="374904" cy="374904"/>
          </a:xfrm>
          <a:prstGeom prst="rect">
            <a:avLst/>
          </a:prstGeom>
        </p:spPr>
      </p:pic>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Mancha violeta"/>
          <p:cNvSpPr/>
          <p:nvPr/>
        </p:nvSpPr>
        <p:spPr>
          <a:xfrm>
            <a:off x="6949440" y="-1280160"/>
            <a:ext cx="3108960" cy="3108960"/>
          </a:xfrm>
          <a:prstGeom prst="ellipse">
            <a:avLst/>
          </a:prstGeom>
          <a:solidFill>
            <a:schemeClr val="accent4">
              <a:alpha val="12000"/>
            </a:schemeClr>
          </a:solidFill>
          <a:ln/>
        </p:spPr>
      </p:sp>
      <p:sp>
        <p:nvSpPr>
          <p:cNvPr id="3"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600" b="1" dirty="0">
                <a:solidFill>
                  <a:schemeClr val="tx1"/>
                </a:solidFill>
              </a:rPr>
              <a:t>Para quién es</a:t>
            </a:r>
            <a:endParaRPr lang="en-US" sz="3600" dirty="0"/>
          </a:p>
        </p:txBody>
      </p:sp>
      <p:sp>
        <p:nvSpPr>
          <p:cNvPr id="4" name="Tarjeta Familias"/>
          <p:cNvSpPr/>
          <p:nvPr/>
        </p:nvSpPr>
        <p:spPr>
          <a:xfrm>
            <a:off x="548640" y="1417320"/>
            <a:ext cx="2514600" cy="3017520"/>
          </a:xfrm>
          <a:prstGeom prst="roundRect">
            <a:avLst>
              <a:gd name="adj" fmla="val 6545"/>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5" name="Icono Familias (fondo)"/>
          <p:cNvSpPr/>
          <p:nvPr/>
        </p:nvSpPr>
        <p:spPr>
          <a:xfrm>
            <a:off x="822960" y="1691640"/>
            <a:ext cx="731520" cy="731520"/>
          </a:xfrm>
          <a:prstGeom prst="ellipse">
            <a:avLst/>
          </a:prstGeom>
          <a:solidFill>
            <a:schemeClr val="accent1">
              <a:alpha val="22000"/>
            </a:schemeClr>
          </a:solidFill>
          <a:ln/>
        </p:spPr>
      </p:sp>
      <p:pic>
        <p:nvPicPr>
          <p:cNvPr id="6" name="Icono Familias" descr="Icono Familias">    </p:cNvPr>
          <p:cNvPicPr>
            <a:picLocks noChangeAspect="1"/>
          </p:cNvPicPr>
          <p:nvPr/>
        </p:nvPicPr>
        <p:blipFill>
          <a:blip r:embed="rId1"/>
          <a:stretch>
            <a:fillRect/>
          </a:stretch>
        </p:blipFill>
        <p:spPr>
          <a:xfrm>
            <a:off x="1005840" y="1874520"/>
            <a:ext cx="365760" cy="365760"/>
          </a:xfrm>
          <a:prstGeom prst="rect">
            <a:avLst/>
          </a:prstGeom>
        </p:spPr>
      </p:pic>
      <p:sp>
        <p:nvSpPr>
          <p:cNvPr id="7" name="Título Familias"/>
          <p:cNvSpPr txBox="1"/>
          <p:nvPr/>
        </p:nvSpPr>
        <p:spPr>
          <a:xfrm>
            <a:off x="822960" y="2606040"/>
            <a:ext cx="1965960" cy="365760"/>
          </a:xfrm>
          <a:prstGeom prst="rect">
            <a:avLst/>
          </a:prstGeom>
          <a:noFill/>
          <a:ln/>
        </p:spPr>
        <p:txBody>
          <a:bodyPr wrap="square" lIns="0" tIns="0" rIns="0" bIns="0" rtlCol="0" anchor="t"/>
          <a:lstStyle/>
          <a:p>
            <a:pPr indent="0" marL="0">
              <a:buNone/>
            </a:pPr>
            <a:r>
              <a:rPr lang="en-US" sz="2000" b="1" dirty="0">
                <a:solidFill>
                  <a:schemeClr val="tx1"/>
                </a:solidFill>
              </a:rPr>
              <a:t>Familias</a:t>
            </a:r>
            <a:endParaRPr lang="en-US" sz="2000" dirty="0"/>
          </a:p>
        </p:txBody>
      </p:sp>
      <p:sp>
        <p:nvSpPr>
          <p:cNvPr id="8" name="Texto Familias"/>
          <p:cNvSpPr txBox="1"/>
          <p:nvPr/>
        </p:nvSpPr>
        <p:spPr>
          <a:xfrm>
            <a:off x="822960" y="3063240"/>
            <a:ext cx="1965960" cy="1234440"/>
          </a:xfrm>
          <a:prstGeom prst="rect">
            <a:avLst/>
          </a:prstGeom>
          <a:noFill/>
          <a:ln/>
        </p:spPr>
        <p:txBody>
          <a:bodyPr wrap="square" lIns="0" tIns="0" rIns="0" bIns="0" rtlCol="0" anchor="t"/>
          <a:lstStyle/>
          <a:p>
            <a:pPr indent="0" marL="0">
              <a:buNone/>
            </a:pPr>
            <a:r>
              <a:rPr lang="en-US" sz="1600" dirty="0">
                <a:solidFill>
                  <a:schemeClr val="tx2"/>
                </a:solidFill>
              </a:rPr>
              <a:t>Consultan lo que pasa en la clase de cada hijo y cambian de uno a otro con un selector.</a:t>
            </a:r>
            <a:endParaRPr lang="en-US" sz="1600" dirty="0"/>
          </a:p>
        </p:txBody>
      </p:sp>
      <p:sp>
        <p:nvSpPr>
          <p:cNvPr id="9" name="Tarjeta Delegados"/>
          <p:cNvSpPr/>
          <p:nvPr/>
        </p:nvSpPr>
        <p:spPr>
          <a:xfrm>
            <a:off x="3314700" y="1417320"/>
            <a:ext cx="2514600" cy="3017520"/>
          </a:xfrm>
          <a:prstGeom prst="roundRect">
            <a:avLst>
              <a:gd name="adj" fmla="val 6545"/>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10" name="Icono Delegados (fondo)"/>
          <p:cNvSpPr/>
          <p:nvPr/>
        </p:nvSpPr>
        <p:spPr>
          <a:xfrm>
            <a:off x="3589020" y="1691640"/>
            <a:ext cx="731520" cy="731520"/>
          </a:xfrm>
          <a:prstGeom prst="ellipse">
            <a:avLst/>
          </a:prstGeom>
          <a:solidFill>
            <a:schemeClr val="accent2">
              <a:alpha val="22000"/>
            </a:schemeClr>
          </a:solidFill>
          <a:ln/>
        </p:spPr>
      </p:sp>
      <p:pic>
        <p:nvPicPr>
          <p:cNvPr id="11" name="Icono Delegados" descr="Icono Delegados">    </p:cNvPr>
          <p:cNvPicPr>
            <a:picLocks noChangeAspect="1"/>
          </p:cNvPicPr>
          <p:nvPr/>
        </p:nvPicPr>
        <p:blipFill>
          <a:blip r:embed="rId2"/>
          <a:stretch>
            <a:fillRect/>
          </a:stretch>
        </p:blipFill>
        <p:spPr>
          <a:xfrm>
            <a:off x="3771900" y="1874520"/>
            <a:ext cx="365760" cy="365760"/>
          </a:xfrm>
          <a:prstGeom prst="rect">
            <a:avLst/>
          </a:prstGeom>
        </p:spPr>
      </p:pic>
      <p:sp>
        <p:nvSpPr>
          <p:cNvPr id="12" name="Título Delegados"/>
          <p:cNvSpPr txBox="1"/>
          <p:nvPr/>
        </p:nvSpPr>
        <p:spPr>
          <a:xfrm>
            <a:off x="3589020" y="2606040"/>
            <a:ext cx="1965960" cy="365760"/>
          </a:xfrm>
          <a:prstGeom prst="rect">
            <a:avLst/>
          </a:prstGeom>
          <a:noFill/>
          <a:ln/>
        </p:spPr>
        <p:txBody>
          <a:bodyPr wrap="square" lIns="0" tIns="0" rIns="0" bIns="0" rtlCol="0" anchor="t"/>
          <a:lstStyle/>
          <a:p>
            <a:pPr indent="0" marL="0">
              <a:buNone/>
            </a:pPr>
            <a:r>
              <a:rPr lang="en-US" sz="2000" b="1" dirty="0">
                <a:solidFill>
                  <a:schemeClr val="tx1"/>
                </a:solidFill>
              </a:rPr>
              <a:t>Delegados</a:t>
            </a:r>
            <a:endParaRPr lang="en-US" sz="2000" dirty="0"/>
          </a:p>
        </p:txBody>
      </p:sp>
      <p:sp>
        <p:nvSpPr>
          <p:cNvPr id="13" name="Texto Delegados"/>
          <p:cNvSpPr txBox="1"/>
          <p:nvPr/>
        </p:nvSpPr>
        <p:spPr>
          <a:xfrm>
            <a:off x="3589020" y="3063240"/>
            <a:ext cx="1965960" cy="1234440"/>
          </a:xfrm>
          <a:prstGeom prst="rect">
            <a:avLst/>
          </a:prstGeom>
          <a:noFill/>
          <a:ln/>
        </p:spPr>
        <p:txBody>
          <a:bodyPr wrap="square" lIns="0" tIns="0" rIns="0" bIns="0" rtlCol="0" anchor="t"/>
          <a:lstStyle/>
          <a:p>
            <a:pPr indent="0" marL="0">
              <a:buNone/>
            </a:pPr>
            <a:r>
              <a:rPr lang="en-US" sz="1600" dirty="0">
                <a:solidFill>
                  <a:schemeClr val="tx2"/>
                </a:solidFill>
              </a:rPr>
              <a:t>Publican avisos, eventos, deberes y gastos, y gestionan la clase.</a:t>
            </a:r>
            <a:endParaRPr lang="en-US" sz="1600" dirty="0"/>
          </a:p>
        </p:txBody>
      </p:sp>
      <p:sp>
        <p:nvSpPr>
          <p:cNvPr id="14" name="Tarjeta Menores a salvo"/>
          <p:cNvSpPr/>
          <p:nvPr/>
        </p:nvSpPr>
        <p:spPr>
          <a:xfrm>
            <a:off x="6080760" y="1417320"/>
            <a:ext cx="2514600" cy="3017520"/>
          </a:xfrm>
          <a:prstGeom prst="roundRect">
            <a:avLst>
              <a:gd name="adj" fmla="val 6545"/>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15" name="Icono Menores a salvo (fondo)"/>
          <p:cNvSpPr/>
          <p:nvPr/>
        </p:nvSpPr>
        <p:spPr>
          <a:xfrm>
            <a:off x="6355080" y="1691640"/>
            <a:ext cx="731520" cy="731520"/>
          </a:xfrm>
          <a:prstGeom prst="ellipse">
            <a:avLst/>
          </a:prstGeom>
          <a:solidFill>
            <a:schemeClr val="accent3">
              <a:alpha val="22000"/>
            </a:schemeClr>
          </a:solidFill>
          <a:ln/>
        </p:spPr>
      </p:sp>
      <p:pic>
        <p:nvPicPr>
          <p:cNvPr id="16" name="Icono Menores a salvo" descr="Icono Menores a salvo">    </p:cNvPr>
          <p:cNvPicPr>
            <a:picLocks noChangeAspect="1"/>
          </p:cNvPicPr>
          <p:nvPr/>
        </p:nvPicPr>
        <p:blipFill>
          <a:blip r:embed="rId3"/>
          <a:stretch>
            <a:fillRect/>
          </a:stretch>
        </p:blipFill>
        <p:spPr>
          <a:xfrm>
            <a:off x="6537960" y="1874520"/>
            <a:ext cx="365760" cy="365760"/>
          </a:xfrm>
          <a:prstGeom prst="rect">
            <a:avLst/>
          </a:prstGeom>
        </p:spPr>
      </p:pic>
      <p:sp>
        <p:nvSpPr>
          <p:cNvPr id="17" name="Título Menores a salvo"/>
          <p:cNvSpPr txBox="1"/>
          <p:nvPr/>
        </p:nvSpPr>
        <p:spPr>
          <a:xfrm>
            <a:off x="6355080" y="2606040"/>
            <a:ext cx="1965960" cy="365760"/>
          </a:xfrm>
          <a:prstGeom prst="rect">
            <a:avLst/>
          </a:prstGeom>
          <a:noFill/>
          <a:ln/>
        </p:spPr>
        <p:txBody>
          <a:bodyPr wrap="square" lIns="0" tIns="0" rIns="0" bIns="0" rtlCol="0" anchor="t"/>
          <a:lstStyle/>
          <a:p>
            <a:pPr indent="0" marL="0">
              <a:buNone/>
            </a:pPr>
            <a:r>
              <a:rPr lang="en-US" sz="2000" b="1" dirty="0">
                <a:solidFill>
                  <a:schemeClr val="tx1"/>
                </a:solidFill>
              </a:rPr>
              <a:t>Menores a salvo</a:t>
            </a:r>
            <a:endParaRPr lang="en-US" sz="2000" dirty="0"/>
          </a:p>
        </p:txBody>
      </p:sp>
      <p:sp>
        <p:nvSpPr>
          <p:cNvPr id="18" name="Texto Menores a salvo"/>
          <p:cNvSpPr txBox="1"/>
          <p:nvPr/>
        </p:nvSpPr>
        <p:spPr>
          <a:xfrm>
            <a:off x="6355080" y="3063240"/>
            <a:ext cx="1965960" cy="1234440"/>
          </a:xfrm>
          <a:prstGeom prst="rect">
            <a:avLst/>
          </a:prstGeom>
          <a:noFill/>
          <a:ln/>
        </p:spPr>
        <p:txBody>
          <a:bodyPr wrap="square" lIns="0" tIns="0" rIns="0" bIns="0" rtlCol="0" anchor="t"/>
          <a:lstStyle/>
          <a:p>
            <a:pPr indent="0" marL="0">
              <a:buNone/>
            </a:pPr>
            <a:r>
              <a:rPr lang="en-US" sz="1600" dirty="0">
                <a:solidFill>
                  <a:schemeClr val="tx2"/>
                </a:solidFill>
              </a:rPr>
              <a:t>Solo se ve la inicial del segundo apellido, y los cumpleaños no llevan año.</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Mancha rosa"/>
          <p:cNvSpPr/>
          <p:nvPr/>
        </p:nvSpPr>
        <p:spPr>
          <a:xfrm>
            <a:off x="-1097280" y="-1188720"/>
            <a:ext cx="2926080" cy="2926080"/>
          </a:xfrm>
          <a:prstGeom prst="ellipse">
            <a:avLst/>
          </a:prstGeom>
          <a:solidFill>
            <a:schemeClr val="accent2">
              <a:alpha val="10000"/>
            </a:schemeClr>
          </a:solidFill>
          <a:ln/>
        </p:spPr>
      </p:sp>
      <p:sp>
        <p:nvSpPr>
          <p:cNvPr id="3"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600" b="1" dirty="0">
                <a:solidFill>
                  <a:schemeClr val="tx1"/>
                </a:solidFill>
              </a:rPr>
              <a:t>Lo que puedes hacer</a:t>
            </a:r>
            <a:endParaRPr lang="en-US" sz="3600" dirty="0"/>
          </a:p>
        </p:txBody>
      </p:sp>
      <p:sp>
        <p:nvSpPr>
          <p:cNvPr id="4" name="Tarjeta Avisos"/>
          <p:cNvSpPr/>
          <p:nvPr/>
        </p:nvSpPr>
        <p:spPr>
          <a:xfrm>
            <a:off x="548640" y="1371600"/>
            <a:ext cx="2514600" cy="1508760"/>
          </a:xfrm>
          <a:prstGeom prst="roundRect">
            <a:avLst>
              <a:gd name="adj" fmla="val 10909"/>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5" name="Icono Avisos (fondo)"/>
          <p:cNvSpPr/>
          <p:nvPr/>
        </p:nvSpPr>
        <p:spPr>
          <a:xfrm>
            <a:off x="777240" y="1572768"/>
            <a:ext cx="548640" cy="548640"/>
          </a:xfrm>
          <a:prstGeom prst="ellipse">
            <a:avLst/>
          </a:prstGeom>
          <a:solidFill>
            <a:schemeClr val="accent2">
              <a:alpha val="22000"/>
            </a:schemeClr>
          </a:solidFill>
          <a:ln/>
        </p:spPr>
      </p:sp>
      <p:pic>
        <p:nvPicPr>
          <p:cNvPr id="6" name="Icono Avisos" descr="Icono Avisos">    </p:cNvPr>
          <p:cNvPicPr>
            <a:picLocks noChangeAspect="1"/>
          </p:cNvPicPr>
          <p:nvPr/>
        </p:nvPicPr>
        <p:blipFill>
          <a:blip r:embed="rId1"/>
          <a:stretch>
            <a:fillRect/>
          </a:stretch>
        </p:blipFill>
        <p:spPr>
          <a:xfrm>
            <a:off x="914400" y="1709928"/>
            <a:ext cx="274320" cy="274320"/>
          </a:xfrm>
          <a:prstGeom prst="rect">
            <a:avLst/>
          </a:prstGeom>
        </p:spPr>
      </p:pic>
      <p:sp>
        <p:nvSpPr>
          <p:cNvPr id="7" name="Título Avisos"/>
          <p:cNvSpPr txBox="1"/>
          <p:nvPr/>
        </p:nvSpPr>
        <p:spPr>
          <a:xfrm>
            <a:off x="1463040" y="1572768"/>
            <a:ext cx="1417320" cy="548640"/>
          </a:xfrm>
          <a:prstGeom prst="rect">
            <a:avLst/>
          </a:prstGeom>
          <a:noFill/>
          <a:ln/>
        </p:spPr>
        <p:txBody>
          <a:bodyPr wrap="square" lIns="0" tIns="0" rIns="0" bIns="0" rtlCol="0" anchor="ctr"/>
          <a:lstStyle/>
          <a:p>
            <a:pPr indent="0" marL="0">
              <a:buNone/>
            </a:pPr>
            <a:r>
              <a:rPr lang="en-US" sz="1800" b="1" dirty="0">
                <a:solidFill>
                  <a:schemeClr val="tx1"/>
                </a:solidFill>
              </a:rPr>
              <a:t>Avisos</a:t>
            </a:r>
            <a:endParaRPr lang="en-US" sz="1800" dirty="0"/>
          </a:p>
        </p:txBody>
      </p:sp>
      <p:sp>
        <p:nvSpPr>
          <p:cNvPr id="8" name="Texto Avisos"/>
          <p:cNvSpPr txBox="1"/>
          <p:nvPr/>
        </p:nvSpPr>
        <p:spPr>
          <a:xfrm>
            <a:off x="777240" y="2286000"/>
            <a:ext cx="2057400" cy="457200"/>
          </a:xfrm>
          <a:prstGeom prst="rect">
            <a:avLst/>
          </a:prstGeom>
          <a:noFill/>
          <a:ln/>
        </p:spPr>
        <p:txBody>
          <a:bodyPr wrap="square" lIns="0" tIns="0" rIns="0" bIns="0" rtlCol="0" anchor="t"/>
          <a:lstStyle/>
          <a:p>
            <a:pPr indent="0" marL="0">
              <a:buNone/>
            </a:pPr>
            <a:r>
              <a:rPr lang="en-US" sz="1400" dirty="0">
                <a:solidFill>
                  <a:schemeClr val="tx2"/>
                </a:solidFill>
              </a:rPr>
              <a:t>Urgentes y marca de leído.</a:t>
            </a:r>
            <a:endParaRPr lang="en-US" sz="1400" dirty="0"/>
          </a:p>
        </p:txBody>
      </p:sp>
      <p:sp>
        <p:nvSpPr>
          <p:cNvPr id="9" name="Tarjeta Calendario"/>
          <p:cNvSpPr/>
          <p:nvPr/>
        </p:nvSpPr>
        <p:spPr>
          <a:xfrm>
            <a:off x="3314700" y="1371600"/>
            <a:ext cx="2514600" cy="1508760"/>
          </a:xfrm>
          <a:prstGeom prst="roundRect">
            <a:avLst>
              <a:gd name="adj" fmla="val 10909"/>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10" name="Icono Calendario (fondo)"/>
          <p:cNvSpPr/>
          <p:nvPr/>
        </p:nvSpPr>
        <p:spPr>
          <a:xfrm>
            <a:off x="3543300" y="1572768"/>
            <a:ext cx="548640" cy="548640"/>
          </a:xfrm>
          <a:prstGeom prst="ellipse">
            <a:avLst/>
          </a:prstGeom>
          <a:solidFill>
            <a:schemeClr val="accent4">
              <a:alpha val="22000"/>
            </a:schemeClr>
          </a:solidFill>
          <a:ln/>
        </p:spPr>
      </p:sp>
      <p:pic>
        <p:nvPicPr>
          <p:cNvPr id="11" name="Icono Calendario" descr="Icono Calendario">    </p:cNvPr>
          <p:cNvPicPr>
            <a:picLocks noChangeAspect="1"/>
          </p:cNvPicPr>
          <p:nvPr/>
        </p:nvPicPr>
        <p:blipFill>
          <a:blip r:embed="rId2"/>
          <a:stretch>
            <a:fillRect/>
          </a:stretch>
        </p:blipFill>
        <p:spPr>
          <a:xfrm>
            <a:off x="3680460" y="1709928"/>
            <a:ext cx="274320" cy="274320"/>
          </a:xfrm>
          <a:prstGeom prst="rect">
            <a:avLst/>
          </a:prstGeom>
        </p:spPr>
      </p:pic>
      <p:sp>
        <p:nvSpPr>
          <p:cNvPr id="12" name="Título Calendario"/>
          <p:cNvSpPr txBox="1"/>
          <p:nvPr/>
        </p:nvSpPr>
        <p:spPr>
          <a:xfrm>
            <a:off x="4229100" y="1572768"/>
            <a:ext cx="1417320" cy="548640"/>
          </a:xfrm>
          <a:prstGeom prst="rect">
            <a:avLst/>
          </a:prstGeom>
          <a:noFill/>
          <a:ln/>
        </p:spPr>
        <p:txBody>
          <a:bodyPr wrap="square" lIns="0" tIns="0" rIns="0" bIns="0" rtlCol="0" anchor="ctr"/>
          <a:lstStyle/>
          <a:p>
            <a:pPr indent="0" marL="0">
              <a:buNone/>
            </a:pPr>
            <a:r>
              <a:rPr lang="en-US" sz="1800" b="1" dirty="0">
                <a:solidFill>
                  <a:schemeClr val="tx1"/>
                </a:solidFill>
              </a:rPr>
              <a:t>Calendario</a:t>
            </a:r>
            <a:endParaRPr lang="en-US" sz="1800" dirty="0"/>
          </a:p>
        </p:txBody>
      </p:sp>
      <p:sp>
        <p:nvSpPr>
          <p:cNvPr id="13" name="Texto Calendario"/>
          <p:cNvSpPr txBox="1"/>
          <p:nvPr/>
        </p:nvSpPr>
        <p:spPr>
          <a:xfrm>
            <a:off x="3543300" y="2286000"/>
            <a:ext cx="2057400" cy="457200"/>
          </a:xfrm>
          <a:prstGeom prst="rect">
            <a:avLst/>
          </a:prstGeom>
          <a:noFill/>
          <a:ln/>
        </p:spPr>
        <p:txBody>
          <a:bodyPr wrap="square" lIns="0" tIns="0" rIns="0" bIns="0" rtlCol="0" anchor="t"/>
          <a:lstStyle/>
          <a:p>
            <a:pPr indent="0" marL="0">
              <a:buNone/>
            </a:pPr>
            <a:r>
              <a:rPr lang="en-US" sz="1400" dirty="0">
                <a:solidFill>
                  <a:schemeClr val="tx2"/>
                </a:solidFill>
              </a:rPr>
              <a:t>Excursiones, reuniones y cumpleaños.</a:t>
            </a:r>
            <a:endParaRPr lang="en-US" sz="1400" dirty="0"/>
          </a:p>
        </p:txBody>
      </p:sp>
      <p:sp>
        <p:nvSpPr>
          <p:cNvPr id="14" name="Tarjeta Deberes"/>
          <p:cNvSpPr/>
          <p:nvPr/>
        </p:nvSpPr>
        <p:spPr>
          <a:xfrm>
            <a:off x="6080760" y="1371600"/>
            <a:ext cx="2514600" cy="1508760"/>
          </a:xfrm>
          <a:prstGeom prst="roundRect">
            <a:avLst>
              <a:gd name="adj" fmla="val 10909"/>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15" name="Icono Deberes (fondo)"/>
          <p:cNvSpPr/>
          <p:nvPr/>
        </p:nvSpPr>
        <p:spPr>
          <a:xfrm>
            <a:off x="6309360" y="1572768"/>
            <a:ext cx="548640" cy="548640"/>
          </a:xfrm>
          <a:prstGeom prst="ellipse">
            <a:avLst/>
          </a:prstGeom>
          <a:solidFill>
            <a:schemeClr val="accent3">
              <a:alpha val="22000"/>
            </a:schemeClr>
          </a:solidFill>
          <a:ln/>
        </p:spPr>
      </p:sp>
      <p:pic>
        <p:nvPicPr>
          <p:cNvPr id="16" name="Icono Deberes" descr="Icono Deberes">    </p:cNvPr>
          <p:cNvPicPr>
            <a:picLocks noChangeAspect="1"/>
          </p:cNvPicPr>
          <p:nvPr/>
        </p:nvPicPr>
        <p:blipFill>
          <a:blip r:embed="rId3"/>
          <a:stretch>
            <a:fillRect/>
          </a:stretch>
        </p:blipFill>
        <p:spPr>
          <a:xfrm>
            <a:off x="6446520" y="1709928"/>
            <a:ext cx="274320" cy="274320"/>
          </a:xfrm>
          <a:prstGeom prst="rect">
            <a:avLst/>
          </a:prstGeom>
        </p:spPr>
      </p:pic>
      <p:sp>
        <p:nvSpPr>
          <p:cNvPr id="17" name="Título Deberes"/>
          <p:cNvSpPr txBox="1"/>
          <p:nvPr/>
        </p:nvSpPr>
        <p:spPr>
          <a:xfrm>
            <a:off x="6995160" y="1572768"/>
            <a:ext cx="1417320" cy="548640"/>
          </a:xfrm>
          <a:prstGeom prst="rect">
            <a:avLst/>
          </a:prstGeom>
          <a:noFill/>
          <a:ln/>
        </p:spPr>
        <p:txBody>
          <a:bodyPr wrap="square" lIns="0" tIns="0" rIns="0" bIns="0" rtlCol="0" anchor="ctr"/>
          <a:lstStyle/>
          <a:p>
            <a:pPr indent="0" marL="0">
              <a:buNone/>
            </a:pPr>
            <a:r>
              <a:rPr lang="en-US" sz="1800" b="1" dirty="0">
                <a:solidFill>
                  <a:schemeClr val="tx1"/>
                </a:solidFill>
              </a:rPr>
              <a:t>Deberes</a:t>
            </a:r>
            <a:endParaRPr lang="en-US" sz="1800" dirty="0"/>
          </a:p>
        </p:txBody>
      </p:sp>
      <p:sp>
        <p:nvSpPr>
          <p:cNvPr id="18" name="Texto Deberes"/>
          <p:cNvSpPr txBox="1"/>
          <p:nvPr/>
        </p:nvSpPr>
        <p:spPr>
          <a:xfrm>
            <a:off x="6309360" y="2286000"/>
            <a:ext cx="2057400" cy="457200"/>
          </a:xfrm>
          <a:prstGeom prst="rect">
            <a:avLst/>
          </a:prstGeom>
          <a:noFill/>
          <a:ln/>
        </p:spPr>
        <p:txBody>
          <a:bodyPr wrap="square" lIns="0" tIns="0" rIns="0" bIns="0" rtlCol="0" anchor="t"/>
          <a:lstStyle/>
          <a:p>
            <a:pPr indent="0" marL="0">
              <a:buNone/>
            </a:pPr>
            <a:r>
              <a:rPr lang="en-US" sz="1400" dirty="0">
                <a:solidFill>
                  <a:schemeClr val="tx2"/>
                </a:solidFill>
              </a:rPr>
              <a:t>Comentarios y marca de hecho.</a:t>
            </a:r>
            <a:endParaRPr lang="en-US" sz="1400" dirty="0"/>
          </a:p>
        </p:txBody>
      </p:sp>
      <p:sp>
        <p:nvSpPr>
          <p:cNvPr id="19" name="Tarjeta Gastos"/>
          <p:cNvSpPr/>
          <p:nvPr/>
        </p:nvSpPr>
        <p:spPr>
          <a:xfrm>
            <a:off x="548640" y="3063240"/>
            <a:ext cx="2514600" cy="1508760"/>
          </a:xfrm>
          <a:prstGeom prst="roundRect">
            <a:avLst>
              <a:gd name="adj" fmla="val 10909"/>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20" name="Icono Gastos (fondo)"/>
          <p:cNvSpPr/>
          <p:nvPr/>
        </p:nvSpPr>
        <p:spPr>
          <a:xfrm>
            <a:off x="777240" y="3264408"/>
            <a:ext cx="548640" cy="548640"/>
          </a:xfrm>
          <a:prstGeom prst="ellipse">
            <a:avLst/>
          </a:prstGeom>
          <a:solidFill>
            <a:schemeClr val="accent5">
              <a:alpha val="22000"/>
            </a:schemeClr>
          </a:solidFill>
          <a:ln/>
        </p:spPr>
      </p:sp>
      <p:pic>
        <p:nvPicPr>
          <p:cNvPr id="21" name="Icono Gastos" descr="Icono Gastos">    </p:cNvPr>
          <p:cNvPicPr>
            <a:picLocks noChangeAspect="1"/>
          </p:cNvPicPr>
          <p:nvPr/>
        </p:nvPicPr>
        <p:blipFill>
          <a:blip r:embed="rId4"/>
          <a:stretch>
            <a:fillRect/>
          </a:stretch>
        </p:blipFill>
        <p:spPr>
          <a:xfrm>
            <a:off x="914400" y="3401568"/>
            <a:ext cx="274320" cy="274320"/>
          </a:xfrm>
          <a:prstGeom prst="rect">
            <a:avLst/>
          </a:prstGeom>
        </p:spPr>
      </p:pic>
      <p:sp>
        <p:nvSpPr>
          <p:cNvPr id="22" name="Título Gastos"/>
          <p:cNvSpPr txBox="1"/>
          <p:nvPr/>
        </p:nvSpPr>
        <p:spPr>
          <a:xfrm>
            <a:off x="1463040" y="3264408"/>
            <a:ext cx="1417320" cy="548640"/>
          </a:xfrm>
          <a:prstGeom prst="rect">
            <a:avLst/>
          </a:prstGeom>
          <a:noFill/>
          <a:ln/>
        </p:spPr>
        <p:txBody>
          <a:bodyPr wrap="square" lIns="0" tIns="0" rIns="0" bIns="0" rtlCol="0" anchor="ctr"/>
          <a:lstStyle/>
          <a:p>
            <a:pPr indent="0" marL="0">
              <a:buNone/>
            </a:pPr>
            <a:r>
              <a:rPr lang="en-US" sz="1800" b="1" dirty="0">
                <a:solidFill>
                  <a:schemeClr val="tx1"/>
                </a:solidFill>
              </a:rPr>
              <a:t>Gastos</a:t>
            </a:r>
            <a:endParaRPr lang="en-US" sz="1800" dirty="0"/>
          </a:p>
        </p:txBody>
      </p:sp>
      <p:sp>
        <p:nvSpPr>
          <p:cNvPr id="23" name="Texto Gastos"/>
          <p:cNvSpPr txBox="1"/>
          <p:nvPr/>
        </p:nvSpPr>
        <p:spPr>
          <a:xfrm>
            <a:off x="777240" y="3977640"/>
            <a:ext cx="2057400" cy="457200"/>
          </a:xfrm>
          <a:prstGeom prst="rect">
            <a:avLst/>
          </a:prstGeom>
          <a:noFill/>
          <a:ln/>
        </p:spPr>
        <p:txBody>
          <a:bodyPr wrap="square" lIns="0" tIns="0" rIns="0" bIns="0" rtlCol="0" anchor="t"/>
          <a:lstStyle/>
          <a:p>
            <a:pPr indent="0" marL="0">
              <a:buNone/>
            </a:pPr>
            <a:r>
              <a:rPr lang="en-US" sz="1400" dirty="0">
                <a:solidFill>
                  <a:schemeClr val="tx2"/>
                </a:solidFill>
              </a:rPr>
              <a:t>Quién ya ha pagado.</a:t>
            </a:r>
            <a:endParaRPr lang="en-US" sz="1400" dirty="0"/>
          </a:p>
        </p:txBody>
      </p:sp>
      <p:sp>
        <p:nvSpPr>
          <p:cNvPr id="24" name="Tarjeta Objetos perdidos"/>
          <p:cNvSpPr/>
          <p:nvPr/>
        </p:nvSpPr>
        <p:spPr>
          <a:xfrm>
            <a:off x="3314700" y="3063240"/>
            <a:ext cx="2514600" cy="1508760"/>
          </a:xfrm>
          <a:prstGeom prst="roundRect">
            <a:avLst>
              <a:gd name="adj" fmla="val 10909"/>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25" name="Icono Objetos perdidos (fondo)"/>
          <p:cNvSpPr/>
          <p:nvPr/>
        </p:nvSpPr>
        <p:spPr>
          <a:xfrm>
            <a:off x="3543300" y="3264408"/>
            <a:ext cx="548640" cy="548640"/>
          </a:xfrm>
          <a:prstGeom prst="ellipse">
            <a:avLst/>
          </a:prstGeom>
          <a:solidFill>
            <a:schemeClr val="accent1">
              <a:alpha val="22000"/>
            </a:schemeClr>
          </a:solidFill>
          <a:ln/>
        </p:spPr>
      </p:sp>
      <p:pic>
        <p:nvPicPr>
          <p:cNvPr id="26" name="Icono Objetos perdidos" descr="Icono Objetos perdidos">    </p:cNvPr>
          <p:cNvPicPr>
            <a:picLocks noChangeAspect="1"/>
          </p:cNvPicPr>
          <p:nvPr/>
        </p:nvPicPr>
        <p:blipFill>
          <a:blip r:embed="rId5"/>
          <a:stretch>
            <a:fillRect/>
          </a:stretch>
        </p:blipFill>
        <p:spPr>
          <a:xfrm>
            <a:off x="3680460" y="3401568"/>
            <a:ext cx="274320" cy="274320"/>
          </a:xfrm>
          <a:prstGeom prst="rect">
            <a:avLst/>
          </a:prstGeom>
        </p:spPr>
      </p:pic>
      <p:sp>
        <p:nvSpPr>
          <p:cNvPr id="27" name="Título Objetos perdidos"/>
          <p:cNvSpPr txBox="1"/>
          <p:nvPr/>
        </p:nvSpPr>
        <p:spPr>
          <a:xfrm>
            <a:off x="4229100" y="3264408"/>
            <a:ext cx="1417320" cy="548640"/>
          </a:xfrm>
          <a:prstGeom prst="rect">
            <a:avLst/>
          </a:prstGeom>
          <a:noFill/>
          <a:ln/>
        </p:spPr>
        <p:txBody>
          <a:bodyPr wrap="square" lIns="0" tIns="0" rIns="0" bIns="0" rtlCol="0" anchor="ctr"/>
          <a:lstStyle/>
          <a:p>
            <a:pPr indent="0" marL="0">
              <a:buNone/>
            </a:pPr>
            <a:r>
              <a:rPr lang="en-US" sz="1800" b="1" dirty="0">
                <a:solidFill>
                  <a:schemeClr val="tx1"/>
                </a:solidFill>
              </a:rPr>
              <a:t>Objetos perdidos</a:t>
            </a:r>
            <a:endParaRPr lang="en-US" sz="1800" dirty="0"/>
          </a:p>
        </p:txBody>
      </p:sp>
      <p:sp>
        <p:nvSpPr>
          <p:cNvPr id="28" name="Texto Objetos perdidos"/>
          <p:cNvSpPr txBox="1"/>
          <p:nvPr/>
        </p:nvSpPr>
        <p:spPr>
          <a:xfrm>
            <a:off x="3543300" y="3977640"/>
            <a:ext cx="2057400" cy="457200"/>
          </a:xfrm>
          <a:prstGeom prst="rect">
            <a:avLst/>
          </a:prstGeom>
          <a:noFill/>
          <a:ln/>
        </p:spPr>
        <p:txBody>
          <a:bodyPr wrap="square" lIns="0" tIns="0" rIns="0" bIns="0" rtlCol="0" anchor="t"/>
          <a:lstStyle/>
          <a:p>
            <a:pPr indent="0" marL="0">
              <a:buNone/>
            </a:pPr>
            <a:r>
              <a:rPr lang="en-US" sz="1400" dirty="0">
                <a:solidFill>
                  <a:schemeClr val="tx2"/>
                </a:solidFill>
              </a:rPr>
              <a:t>Perdido, encontrado y recuperado.</a:t>
            </a:r>
            <a:endParaRPr lang="en-US" sz="1400" dirty="0"/>
          </a:p>
        </p:txBody>
      </p:sp>
      <p:sp>
        <p:nvSpPr>
          <p:cNvPr id="29" name="Tarjeta Panel de inicio"/>
          <p:cNvSpPr/>
          <p:nvPr/>
        </p:nvSpPr>
        <p:spPr>
          <a:xfrm>
            <a:off x="6080760" y="3063240"/>
            <a:ext cx="2514600" cy="1508760"/>
          </a:xfrm>
          <a:prstGeom prst="roundRect">
            <a:avLst>
              <a:gd name="adj" fmla="val 10909"/>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30" name="Icono Panel de inicio (fondo)"/>
          <p:cNvSpPr/>
          <p:nvPr/>
        </p:nvSpPr>
        <p:spPr>
          <a:xfrm>
            <a:off x="6309360" y="3264408"/>
            <a:ext cx="548640" cy="548640"/>
          </a:xfrm>
          <a:prstGeom prst="ellipse">
            <a:avLst/>
          </a:prstGeom>
          <a:solidFill>
            <a:schemeClr val="accent1">
              <a:alpha val="22000"/>
            </a:schemeClr>
          </a:solidFill>
          <a:ln/>
        </p:spPr>
      </p:sp>
      <p:pic>
        <p:nvPicPr>
          <p:cNvPr id="31" name="Icono Panel de inicio" descr="Icono Panel de inicio">    </p:cNvPr>
          <p:cNvPicPr>
            <a:picLocks noChangeAspect="1"/>
          </p:cNvPicPr>
          <p:nvPr/>
        </p:nvPicPr>
        <p:blipFill>
          <a:blip r:embed="rId6"/>
          <a:stretch>
            <a:fillRect/>
          </a:stretch>
        </p:blipFill>
        <p:spPr>
          <a:xfrm>
            <a:off x="6446520" y="3401568"/>
            <a:ext cx="274320" cy="274320"/>
          </a:xfrm>
          <a:prstGeom prst="rect">
            <a:avLst/>
          </a:prstGeom>
        </p:spPr>
      </p:pic>
      <p:sp>
        <p:nvSpPr>
          <p:cNvPr id="32" name="Título Panel de inicio"/>
          <p:cNvSpPr txBox="1"/>
          <p:nvPr/>
        </p:nvSpPr>
        <p:spPr>
          <a:xfrm>
            <a:off x="6995160" y="3264408"/>
            <a:ext cx="1417320" cy="548640"/>
          </a:xfrm>
          <a:prstGeom prst="rect">
            <a:avLst/>
          </a:prstGeom>
          <a:noFill/>
          <a:ln/>
        </p:spPr>
        <p:txBody>
          <a:bodyPr wrap="square" lIns="0" tIns="0" rIns="0" bIns="0" rtlCol="0" anchor="ctr"/>
          <a:lstStyle/>
          <a:p>
            <a:pPr indent="0" marL="0">
              <a:buNone/>
            </a:pPr>
            <a:r>
              <a:rPr lang="en-US" sz="1800" b="1" dirty="0">
                <a:solidFill>
                  <a:schemeClr val="tx1"/>
                </a:solidFill>
              </a:rPr>
              <a:t>Panel de inicio</a:t>
            </a:r>
            <a:endParaRPr lang="en-US" sz="1800" dirty="0"/>
          </a:p>
        </p:txBody>
      </p:sp>
      <p:sp>
        <p:nvSpPr>
          <p:cNvPr id="33" name="Texto Panel de inicio"/>
          <p:cNvSpPr txBox="1"/>
          <p:nvPr/>
        </p:nvSpPr>
        <p:spPr>
          <a:xfrm>
            <a:off x="6309360" y="3977640"/>
            <a:ext cx="2057400" cy="457200"/>
          </a:xfrm>
          <a:prstGeom prst="rect">
            <a:avLst/>
          </a:prstGeom>
          <a:noFill/>
          <a:ln/>
        </p:spPr>
        <p:txBody>
          <a:bodyPr wrap="square" lIns="0" tIns="0" rIns="0" bIns="0" rtlCol="0" anchor="t"/>
          <a:lstStyle/>
          <a:p>
            <a:pPr indent="0" marL="0">
              <a:buNone/>
            </a:pPr>
            <a:r>
              <a:rPr lang="en-US" sz="1400" dirty="0">
                <a:solidFill>
                  <a:schemeClr val="tx2"/>
                </a:solidFill>
              </a:rPr>
              <a:t>Lo pendiente, de un vistazo.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Mancha azul"/>
          <p:cNvSpPr/>
          <p:nvPr/>
        </p:nvSpPr>
        <p:spPr>
          <a:xfrm>
            <a:off x="2926080" y="3291840"/>
            <a:ext cx="3108960" cy="3108960"/>
          </a:xfrm>
          <a:prstGeom prst="ellipse">
            <a:avLst/>
          </a:prstGeom>
          <a:solidFill>
            <a:schemeClr val="accent1">
              <a:alpha val="10000"/>
            </a:schemeClr>
          </a:solidFill>
          <a:ln/>
        </p:spPr>
      </p:sp>
      <p:sp>
        <p:nvSpPr>
          <p:cNvPr id="3"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600" b="1" dirty="0">
                <a:solidFill>
                  <a:schemeClr val="tx1"/>
                </a:solidFill>
              </a:rPr>
              <a:t>Así se ve</a:t>
            </a:r>
            <a:endParaRPr lang="en-US" sz="3600" dirty="0"/>
          </a:p>
        </p:txBody>
      </p:sp>
      <p:sp>
        <p:nvSpPr>
          <p:cNvPr id="4" name="Ventana de navegador Panel de inicio"/>
          <p:cNvSpPr/>
          <p:nvPr/>
        </p:nvSpPr>
        <p:spPr>
          <a:xfrm>
            <a:off x="548640" y="1371600"/>
            <a:ext cx="3886200" cy="2764971"/>
          </a:xfrm>
          <a:prstGeom prst="roundRect">
            <a:avLst>
              <a:gd name="adj" fmla="val 3969"/>
            </a:avLst>
          </a:prstGeom>
          <a:solidFill>
            <a:srgbClr val="0B1220"/>
          </a:solidFill>
          <a:ln w="15875">
            <a:solidFill>
              <a:srgbClr val="475569"/>
            </a:solidFill>
            <a:prstDash val="solid"/>
          </a:ln>
          <a:effectLst>
            <a:outerShdw sx="100000" sy="100000" kx="0" ky="0" algn="bl" rotWithShape="0" blurRad="127000" dist="38100" dir="5400000">
              <a:srgbClr val="000000">
                <a:alpha val="35000"/>
              </a:srgbClr>
            </a:outerShdw>
          </a:effectLst>
        </p:spPr>
      </p:sp>
      <p:sp>
        <p:nvSpPr>
          <p:cNvPr id="5" name="Punto 1 Panel de inicio"/>
          <p:cNvSpPr/>
          <p:nvPr/>
        </p:nvSpPr>
        <p:spPr>
          <a:xfrm>
            <a:off x="694944" y="1476756"/>
            <a:ext cx="82296" cy="82296"/>
          </a:xfrm>
          <a:prstGeom prst="ellipse">
            <a:avLst/>
          </a:prstGeom>
          <a:solidFill>
            <a:srgbClr val="FF6F97"/>
          </a:solidFill>
          <a:ln/>
        </p:spPr>
      </p:sp>
      <p:sp>
        <p:nvSpPr>
          <p:cNvPr id="6" name="Punto 2 Panel de inicio"/>
          <p:cNvSpPr/>
          <p:nvPr/>
        </p:nvSpPr>
        <p:spPr>
          <a:xfrm>
            <a:off x="841248" y="1476756"/>
            <a:ext cx="82296" cy="82296"/>
          </a:xfrm>
          <a:prstGeom prst="ellipse">
            <a:avLst/>
          </a:prstGeom>
          <a:solidFill>
            <a:srgbClr val="FCD34D"/>
          </a:solidFill>
          <a:ln/>
        </p:spPr>
      </p:sp>
      <p:sp>
        <p:nvSpPr>
          <p:cNvPr id="7" name="Punto 3 Panel de inicio"/>
          <p:cNvSpPr/>
          <p:nvPr/>
        </p:nvSpPr>
        <p:spPr>
          <a:xfrm>
            <a:off x="987552" y="1476756"/>
            <a:ext cx="82296" cy="82296"/>
          </a:xfrm>
          <a:prstGeom prst="ellipse">
            <a:avLst/>
          </a:prstGeom>
          <a:solidFill>
            <a:srgbClr val="6EE9B4"/>
          </a:solidFill>
          <a:ln/>
        </p:spPr>
      </p:sp>
      <p:sp>
        <p:nvSpPr>
          <p:cNvPr id="8" name="Pestaña Panel de inicio"/>
          <p:cNvSpPr txBox="1"/>
          <p:nvPr/>
        </p:nvSpPr>
        <p:spPr>
          <a:xfrm>
            <a:off x="1261872" y="1426464"/>
            <a:ext cx="1371600" cy="182880"/>
          </a:xfrm>
          <a:prstGeom prst="roundRect">
            <a:avLst>
              <a:gd name="adj" fmla="val 50000"/>
            </a:avLst>
          </a:prstGeom>
          <a:solidFill>
            <a:srgbClr val="1E293B"/>
          </a:solidFill>
          <a:ln w="6350">
            <a:solidFill>
              <a:srgbClr val="334155"/>
            </a:solidFill>
          </a:ln>
        </p:spPr>
        <p:txBody>
          <a:bodyPr wrap="square" lIns="0" tIns="0" rIns="0" bIns="0" rtlCol="0" anchor="ctr"/>
          <a:lstStyle/>
          <a:p>
            <a:pPr algn="ctr" indent="0" marL="0">
              <a:buNone/>
            </a:pPr>
            <a:r>
              <a:rPr lang="en-US" sz="1000" dirty="0">
                <a:solidFill>
                  <a:srgbClr val="94A3B8"/>
                </a:solidFill>
              </a:rPr>
              <a:t>SumiClas</a:t>
            </a:r>
            <a:endParaRPr lang="en-US" sz="1000" dirty="0"/>
          </a:p>
        </p:txBody>
      </p:sp>
      <p:pic>
        <p:nvPicPr>
          <p:cNvPr id="9" name="Captura Panel de inicio" descr="Captura de la pantalla de Panel de inicio">    </p:cNvPr>
          <p:cNvPicPr>
            <a:picLocks noChangeAspect="1"/>
          </p:cNvPicPr>
          <p:nvPr/>
        </p:nvPicPr>
        <p:blipFill>
          <a:blip r:embed="rId1"/>
          <a:stretch>
            <a:fillRect/>
          </a:stretch>
        </p:blipFill>
        <p:spPr>
          <a:xfrm>
            <a:off x="603504" y="1664208"/>
            <a:ext cx="3776472" cy="2417499"/>
          </a:xfrm>
          <a:prstGeom prst="rect">
            <a:avLst/>
          </a:prstGeom>
        </p:spPr>
      </p:pic>
      <p:sp>
        <p:nvSpPr>
          <p:cNvPr id="10" name="Pie Panel de inicio"/>
          <p:cNvSpPr txBox="1"/>
          <p:nvPr/>
        </p:nvSpPr>
        <p:spPr>
          <a:xfrm>
            <a:off x="548640" y="4319451"/>
            <a:ext cx="3886200" cy="365760"/>
          </a:xfrm>
          <a:prstGeom prst="rect">
            <a:avLst/>
          </a:prstGeom>
          <a:noFill/>
          <a:ln/>
        </p:spPr>
        <p:txBody>
          <a:bodyPr wrap="square" lIns="0" tIns="0" rIns="0" bIns="0" rtlCol="0" anchor="t"/>
          <a:lstStyle/>
          <a:p>
            <a:pPr indent="0" marL="0">
              <a:buNone/>
            </a:pPr>
            <a:r>
              <a:rPr lang="en-US" sz="1400" b="1" dirty="0">
                <a:solidFill>
                  <a:schemeClr val="tx1"/>
                </a:solidFill>
              </a:rPr>
              <a:t>Panel de inicio</a:t>
            </a:r>
            <a:pPr indent="0" marL="0">
              <a:buNone/>
            </a:pPr>
            <a:r>
              <a:rPr lang="en-US" sz="1400" dirty="0">
                <a:solidFill>
                  <a:schemeClr val="tx2"/>
                </a:solidFill>
              </a:rPr>
              <a:t> · lo pendiente, de un vistazo</a:t>
            </a:r>
            <a:endParaRPr lang="en-US" sz="1400" dirty="0"/>
          </a:p>
        </p:txBody>
      </p:sp>
      <p:sp>
        <p:nvSpPr>
          <p:cNvPr id="11" name="Ventana de navegador Avisos"/>
          <p:cNvSpPr/>
          <p:nvPr/>
        </p:nvSpPr>
        <p:spPr>
          <a:xfrm>
            <a:off x="4709160" y="1371600"/>
            <a:ext cx="3886200" cy="2764971"/>
          </a:xfrm>
          <a:prstGeom prst="roundRect">
            <a:avLst>
              <a:gd name="adj" fmla="val 3969"/>
            </a:avLst>
          </a:prstGeom>
          <a:solidFill>
            <a:srgbClr val="0B1220"/>
          </a:solidFill>
          <a:ln w="15875">
            <a:solidFill>
              <a:srgbClr val="475569"/>
            </a:solidFill>
            <a:prstDash val="solid"/>
          </a:ln>
          <a:effectLst>
            <a:outerShdw sx="100000" sy="100000" kx="0" ky="0" algn="bl" rotWithShape="0" blurRad="127000" dist="38100" dir="5400000">
              <a:srgbClr val="000000">
                <a:alpha val="35000"/>
              </a:srgbClr>
            </a:outerShdw>
          </a:effectLst>
        </p:spPr>
      </p:sp>
      <p:sp>
        <p:nvSpPr>
          <p:cNvPr id="12" name="Punto 1 Avisos"/>
          <p:cNvSpPr/>
          <p:nvPr/>
        </p:nvSpPr>
        <p:spPr>
          <a:xfrm>
            <a:off x="4855464" y="1476756"/>
            <a:ext cx="82296" cy="82296"/>
          </a:xfrm>
          <a:prstGeom prst="ellipse">
            <a:avLst/>
          </a:prstGeom>
          <a:solidFill>
            <a:srgbClr val="FF6F97"/>
          </a:solidFill>
          <a:ln/>
        </p:spPr>
      </p:sp>
      <p:sp>
        <p:nvSpPr>
          <p:cNvPr id="13" name="Punto 2 Avisos"/>
          <p:cNvSpPr/>
          <p:nvPr/>
        </p:nvSpPr>
        <p:spPr>
          <a:xfrm>
            <a:off x="5001768" y="1476756"/>
            <a:ext cx="82296" cy="82296"/>
          </a:xfrm>
          <a:prstGeom prst="ellipse">
            <a:avLst/>
          </a:prstGeom>
          <a:solidFill>
            <a:srgbClr val="FCD34D"/>
          </a:solidFill>
          <a:ln/>
        </p:spPr>
      </p:sp>
      <p:sp>
        <p:nvSpPr>
          <p:cNvPr id="14" name="Punto 3 Avisos"/>
          <p:cNvSpPr/>
          <p:nvPr/>
        </p:nvSpPr>
        <p:spPr>
          <a:xfrm>
            <a:off x="5148072" y="1476756"/>
            <a:ext cx="82296" cy="82296"/>
          </a:xfrm>
          <a:prstGeom prst="ellipse">
            <a:avLst/>
          </a:prstGeom>
          <a:solidFill>
            <a:srgbClr val="6EE9B4"/>
          </a:solidFill>
          <a:ln/>
        </p:spPr>
      </p:sp>
      <p:sp>
        <p:nvSpPr>
          <p:cNvPr id="15" name="Pestaña Avisos"/>
          <p:cNvSpPr txBox="1"/>
          <p:nvPr/>
        </p:nvSpPr>
        <p:spPr>
          <a:xfrm>
            <a:off x="5422392" y="1426464"/>
            <a:ext cx="1371600" cy="182880"/>
          </a:xfrm>
          <a:prstGeom prst="roundRect">
            <a:avLst>
              <a:gd name="adj" fmla="val 50000"/>
            </a:avLst>
          </a:prstGeom>
          <a:solidFill>
            <a:srgbClr val="1E293B"/>
          </a:solidFill>
          <a:ln w="6350">
            <a:solidFill>
              <a:srgbClr val="334155"/>
            </a:solidFill>
          </a:ln>
        </p:spPr>
        <p:txBody>
          <a:bodyPr wrap="square" lIns="0" tIns="0" rIns="0" bIns="0" rtlCol="0" anchor="ctr"/>
          <a:lstStyle/>
          <a:p>
            <a:pPr algn="ctr" indent="0" marL="0">
              <a:buNone/>
            </a:pPr>
            <a:r>
              <a:rPr lang="en-US" sz="1000" dirty="0">
                <a:solidFill>
                  <a:srgbClr val="94A3B8"/>
                </a:solidFill>
              </a:rPr>
              <a:t>SumiClas</a:t>
            </a:r>
            <a:endParaRPr lang="en-US" sz="1000" dirty="0"/>
          </a:p>
        </p:txBody>
      </p:sp>
      <p:pic>
        <p:nvPicPr>
          <p:cNvPr id="16" name="Captura Avisos" descr="Captura de la pantalla de Avisos">    </p:cNvPr>
          <p:cNvPicPr>
            <a:picLocks noChangeAspect="1"/>
          </p:cNvPicPr>
          <p:nvPr/>
        </p:nvPicPr>
        <p:blipFill>
          <a:blip r:embed="rId2"/>
          <a:stretch>
            <a:fillRect/>
          </a:stretch>
        </p:blipFill>
        <p:spPr>
          <a:xfrm>
            <a:off x="4764024" y="1664208"/>
            <a:ext cx="3776472" cy="2417499"/>
          </a:xfrm>
          <a:prstGeom prst="rect">
            <a:avLst/>
          </a:prstGeom>
        </p:spPr>
      </p:pic>
      <p:sp>
        <p:nvSpPr>
          <p:cNvPr id="17" name="Pie Avisos"/>
          <p:cNvSpPr txBox="1"/>
          <p:nvPr/>
        </p:nvSpPr>
        <p:spPr>
          <a:xfrm>
            <a:off x="4709160" y="4319451"/>
            <a:ext cx="3886200" cy="365760"/>
          </a:xfrm>
          <a:prstGeom prst="rect">
            <a:avLst/>
          </a:prstGeom>
          <a:noFill/>
          <a:ln/>
        </p:spPr>
        <p:txBody>
          <a:bodyPr wrap="square" lIns="0" tIns="0" rIns="0" bIns="0" rtlCol="0" anchor="t"/>
          <a:lstStyle/>
          <a:p>
            <a:pPr indent="0" marL="0">
              <a:buNone/>
            </a:pPr>
            <a:r>
              <a:rPr lang="en-US" sz="1400" b="1" dirty="0">
                <a:solidFill>
                  <a:schemeClr val="tx1"/>
                </a:solidFill>
              </a:rPr>
              <a:t>Avisos</a:t>
            </a:r>
            <a:pPr indent="0" marL="0">
              <a:buNone/>
            </a:pPr>
            <a:r>
              <a:rPr lang="en-US" sz="1400" dirty="0">
                <a:solidFill>
                  <a:schemeClr val="tx2"/>
                </a:solidFill>
              </a:rPr>
              <a:t> · con los urgentes destacados</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Mancha menta"/>
          <p:cNvSpPr/>
          <p:nvPr/>
        </p:nvSpPr>
        <p:spPr>
          <a:xfrm>
            <a:off x="6949440" y="3108960"/>
            <a:ext cx="3291840" cy="3291840"/>
          </a:xfrm>
          <a:prstGeom prst="ellipse">
            <a:avLst/>
          </a:prstGeom>
          <a:solidFill>
            <a:schemeClr val="accent3">
              <a:alpha val="10000"/>
            </a:schemeClr>
          </a:solidFill>
          <a:ln/>
        </p:spPr>
      </p:sp>
      <p:sp>
        <p:nvSpPr>
          <p:cNvPr id="3"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600" b="1" dirty="0">
                <a:solidFill>
                  <a:schemeClr val="tx1"/>
                </a:solidFill>
              </a:rPr>
              <a:t>Y más</a:t>
            </a:r>
            <a:endParaRPr lang="en-US" sz="3600" dirty="0"/>
          </a:p>
        </p:txBody>
      </p:sp>
      <p:sp>
        <p:nvSpPr>
          <p:cNvPr id="4" name="Ventana de navegador Calendario"/>
          <p:cNvSpPr/>
          <p:nvPr/>
        </p:nvSpPr>
        <p:spPr>
          <a:xfrm>
            <a:off x="548640" y="1371600"/>
            <a:ext cx="3886200" cy="2764971"/>
          </a:xfrm>
          <a:prstGeom prst="roundRect">
            <a:avLst>
              <a:gd name="adj" fmla="val 3969"/>
            </a:avLst>
          </a:prstGeom>
          <a:solidFill>
            <a:srgbClr val="0B1220"/>
          </a:solidFill>
          <a:ln w="15875">
            <a:solidFill>
              <a:srgbClr val="475569"/>
            </a:solidFill>
            <a:prstDash val="solid"/>
          </a:ln>
          <a:effectLst>
            <a:outerShdw sx="100000" sy="100000" kx="0" ky="0" algn="bl" rotWithShape="0" blurRad="127000" dist="38100" dir="5400000">
              <a:srgbClr val="000000">
                <a:alpha val="35000"/>
              </a:srgbClr>
            </a:outerShdw>
          </a:effectLst>
        </p:spPr>
      </p:sp>
      <p:sp>
        <p:nvSpPr>
          <p:cNvPr id="5" name="Punto 1 Calendario"/>
          <p:cNvSpPr/>
          <p:nvPr/>
        </p:nvSpPr>
        <p:spPr>
          <a:xfrm>
            <a:off x="694944" y="1476756"/>
            <a:ext cx="82296" cy="82296"/>
          </a:xfrm>
          <a:prstGeom prst="ellipse">
            <a:avLst/>
          </a:prstGeom>
          <a:solidFill>
            <a:srgbClr val="FF6F97"/>
          </a:solidFill>
          <a:ln/>
        </p:spPr>
      </p:sp>
      <p:sp>
        <p:nvSpPr>
          <p:cNvPr id="6" name="Punto 2 Calendario"/>
          <p:cNvSpPr/>
          <p:nvPr/>
        </p:nvSpPr>
        <p:spPr>
          <a:xfrm>
            <a:off x="841248" y="1476756"/>
            <a:ext cx="82296" cy="82296"/>
          </a:xfrm>
          <a:prstGeom prst="ellipse">
            <a:avLst/>
          </a:prstGeom>
          <a:solidFill>
            <a:srgbClr val="FCD34D"/>
          </a:solidFill>
          <a:ln/>
        </p:spPr>
      </p:sp>
      <p:sp>
        <p:nvSpPr>
          <p:cNvPr id="7" name="Punto 3 Calendario"/>
          <p:cNvSpPr/>
          <p:nvPr/>
        </p:nvSpPr>
        <p:spPr>
          <a:xfrm>
            <a:off x="987552" y="1476756"/>
            <a:ext cx="82296" cy="82296"/>
          </a:xfrm>
          <a:prstGeom prst="ellipse">
            <a:avLst/>
          </a:prstGeom>
          <a:solidFill>
            <a:srgbClr val="6EE9B4"/>
          </a:solidFill>
          <a:ln/>
        </p:spPr>
      </p:sp>
      <p:sp>
        <p:nvSpPr>
          <p:cNvPr id="8" name="Pestaña Calendario"/>
          <p:cNvSpPr txBox="1"/>
          <p:nvPr/>
        </p:nvSpPr>
        <p:spPr>
          <a:xfrm>
            <a:off x="1261872" y="1426464"/>
            <a:ext cx="1371600" cy="182880"/>
          </a:xfrm>
          <a:prstGeom prst="roundRect">
            <a:avLst>
              <a:gd name="adj" fmla="val 50000"/>
            </a:avLst>
          </a:prstGeom>
          <a:solidFill>
            <a:srgbClr val="1E293B"/>
          </a:solidFill>
          <a:ln w="6350">
            <a:solidFill>
              <a:srgbClr val="334155"/>
            </a:solidFill>
          </a:ln>
        </p:spPr>
        <p:txBody>
          <a:bodyPr wrap="square" lIns="0" tIns="0" rIns="0" bIns="0" rtlCol="0" anchor="ctr"/>
          <a:lstStyle/>
          <a:p>
            <a:pPr algn="ctr" indent="0" marL="0">
              <a:buNone/>
            </a:pPr>
            <a:r>
              <a:rPr lang="en-US" sz="1000" dirty="0">
                <a:solidFill>
                  <a:srgbClr val="94A3B8"/>
                </a:solidFill>
              </a:rPr>
              <a:t>SumiClas</a:t>
            </a:r>
            <a:endParaRPr lang="en-US" sz="1000" dirty="0"/>
          </a:p>
        </p:txBody>
      </p:sp>
      <p:pic>
        <p:nvPicPr>
          <p:cNvPr id="9" name="Captura Calendario" descr="Captura de la pantalla de Calendario">    </p:cNvPr>
          <p:cNvPicPr>
            <a:picLocks noChangeAspect="1"/>
          </p:cNvPicPr>
          <p:nvPr/>
        </p:nvPicPr>
        <p:blipFill>
          <a:blip r:embed="rId1"/>
          <a:stretch>
            <a:fillRect/>
          </a:stretch>
        </p:blipFill>
        <p:spPr>
          <a:xfrm>
            <a:off x="603504" y="1664208"/>
            <a:ext cx="3776472" cy="2417499"/>
          </a:xfrm>
          <a:prstGeom prst="rect">
            <a:avLst/>
          </a:prstGeom>
        </p:spPr>
      </p:pic>
      <p:sp>
        <p:nvSpPr>
          <p:cNvPr id="10" name="Pie Calendario"/>
          <p:cNvSpPr txBox="1"/>
          <p:nvPr/>
        </p:nvSpPr>
        <p:spPr>
          <a:xfrm>
            <a:off x="548640" y="4319451"/>
            <a:ext cx="3886200" cy="365760"/>
          </a:xfrm>
          <a:prstGeom prst="rect">
            <a:avLst/>
          </a:prstGeom>
          <a:noFill/>
          <a:ln/>
        </p:spPr>
        <p:txBody>
          <a:bodyPr wrap="square" lIns="0" tIns="0" rIns="0" bIns="0" rtlCol="0" anchor="t"/>
          <a:lstStyle/>
          <a:p>
            <a:pPr indent="0" marL="0">
              <a:buNone/>
            </a:pPr>
            <a:r>
              <a:rPr lang="en-US" sz="1400" b="1" dirty="0">
                <a:solidFill>
                  <a:schemeClr val="tx1"/>
                </a:solidFill>
              </a:rPr>
              <a:t>Calendario</a:t>
            </a:r>
            <a:pPr indent="0" marL="0">
              <a:buNone/>
            </a:pPr>
            <a:r>
              <a:rPr lang="en-US" sz="1400" dirty="0">
                <a:solidFill>
                  <a:schemeClr val="tx2"/>
                </a:solidFill>
              </a:rPr>
              <a:t> · excursiones, reuniones y cumpleaños</a:t>
            </a:r>
            <a:endParaRPr lang="en-US" sz="1400" dirty="0"/>
          </a:p>
        </p:txBody>
      </p:sp>
      <p:sp>
        <p:nvSpPr>
          <p:cNvPr id="11" name="Ventana de navegador Deberes"/>
          <p:cNvSpPr/>
          <p:nvPr/>
        </p:nvSpPr>
        <p:spPr>
          <a:xfrm>
            <a:off x="4709160" y="1371600"/>
            <a:ext cx="3886200" cy="2764971"/>
          </a:xfrm>
          <a:prstGeom prst="roundRect">
            <a:avLst>
              <a:gd name="adj" fmla="val 3969"/>
            </a:avLst>
          </a:prstGeom>
          <a:solidFill>
            <a:srgbClr val="0B1220"/>
          </a:solidFill>
          <a:ln w="15875">
            <a:solidFill>
              <a:srgbClr val="475569"/>
            </a:solidFill>
            <a:prstDash val="solid"/>
          </a:ln>
          <a:effectLst>
            <a:outerShdw sx="100000" sy="100000" kx="0" ky="0" algn="bl" rotWithShape="0" blurRad="127000" dist="38100" dir="5400000">
              <a:srgbClr val="000000">
                <a:alpha val="35000"/>
              </a:srgbClr>
            </a:outerShdw>
          </a:effectLst>
        </p:spPr>
      </p:sp>
      <p:sp>
        <p:nvSpPr>
          <p:cNvPr id="12" name="Punto 1 Deberes"/>
          <p:cNvSpPr/>
          <p:nvPr/>
        </p:nvSpPr>
        <p:spPr>
          <a:xfrm>
            <a:off x="4855464" y="1476756"/>
            <a:ext cx="82296" cy="82296"/>
          </a:xfrm>
          <a:prstGeom prst="ellipse">
            <a:avLst/>
          </a:prstGeom>
          <a:solidFill>
            <a:srgbClr val="FF6F97"/>
          </a:solidFill>
          <a:ln/>
        </p:spPr>
      </p:sp>
      <p:sp>
        <p:nvSpPr>
          <p:cNvPr id="13" name="Punto 2 Deberes"/>
          <p:cNvSpPr/>
          <p:nvPr/>
        </p:nvSpPr>
        <p:spPr>
          <a:xfrm>
            <a:off x="5001768" y="1476756"/>
            <a:ext cx="82296" cy="82296"/>
          </a:xfrm>
          <a:prstGeom prst="ellipse">
            <a:avLst/>
          </a:prstGeom>
          <a:solidFill>
            <a:srgbClr val="FCD34D"/>
          </a:solidFill>
          <a:ln/>
        </p:spPr>
      </p:sp>
      <p:sp>
        <p:nvSpPr>
          <p:cNvPr id="14" name="Punto 3 Deberes"/>
          <p:cNvSpPr/>
          <p:nvPr/>
        </p:nvSpPr>
        <p:spPr>
          <a:xfrm>
            <a:off x="5148072" y="1476756"/>
            <a:ext cx="82296" cy="82296"/>
          </a:xfrm>
          <a:prstGeom prst="ellipse">
            <a:avLst/>
          </a:prstGeom>
          <a:solidFill>
            <a:srgbClr val="6EE9B4"/>
          </a:solidFill>
          <a:ln/>
        </p:spPr>
      </p:sp>
      <p:sp>
        <p:nvSpPr>
          <p:cNvPr id="15" name="Pestaña Deberes"/>
          <p:cNvSpPr txBox="1"/>
          <p:nvPr/>
        </p:nvSpPr>
        <p:spPr>
          <a:xfrm>
            <a:off x="5422392" y="1426464"/>
            <a:ext cx="1371600" cy="182880"/>
          </a:xfrm>
          <a:prstGeom prst="roundRect">
            <a:avLst>
              <a:gd name="adj" fmla="val 50000"/>
            </a:avLst>
          </a:prstGeom>
          <a:solidFill>
            <a:srgbClr val="1E293B"/>
          </a:solidFill>
          <a:ln w="6350">
            <a:solidFill>
              <a:srgbClr val="334155"/>
            </a:solidFill>
          </a:ln>
        </p:spPr>
        <p:txBody>
          <a:bodyPr wrap="square" lIns="0" tIns="0" rIns="0" bIns="0" rtlCol="0" anchor="ctr"/>
          <a:lstStyle/>
          <a:p>
            <a:pPr algn="ctr" indent="0" marL="0">
              <a:buNone/>
            </a:pPr>
            <a:r>
              <a:rPr lang="en-US" sz="1000" dirty="0">
                <a:solidFill>
                  <a:srgbClr val="94A3B8"/>
                </a:solidFill>
              </a:rPr>
              <a:t>SumiClas</a:t>
            </a:r>
            <a:endParaRPr lang="en-US" sz="1000" dirty="0"/>
          </a:p>
        </p:txBody>
      </p:sp>
      <p:pic>
        <p:nvPicPr>
          <p:cNvPr id="16" name="Captura Deberes" descr="Captura de la pantalla de Deberes">    </p:cNvPr>
          <p:cNvPicPr>
            <a:picLocks noChangeAspect="1"/>
          </p:cNvPicPr>
          <p:nvPr/>
        </p:nvPicPr>
        <p:blipFill>
          <a:blip r:embed="rId2"/>
          <a:stretch>
            <a:fillRect/>
          </a:stretch>
        </p:blipFill>
        <p:spPr>
          <a:xfrm>
            <a:off x="4764024" y="1664208"/>
            <a:ext cx="3776472" cy="2417499"/>
          </a:xfrm>
          <a:prstGeom prst="rect">
            <a:avLst/>
          </a:prstGeom>
        </p:spPr>
      </p:pic>
      <p:sp>
        <p:nvSpPr>
          <p:cNvPr id="17" name="Pie Deberes"/>
          <p:cNvSpPr txBox="1"/>
          <p:nvPr/>
        </p:nvSpPr>
        <p:spPr>
          <a:xfrm>
            <a:off x="4709160" y="4319451"/>
            <a:ext cx="3886200" cy="365760"/>
          </a:xfrm>
          <a:prstGeom prst="rect">
            <a:avLst/>
          </a:prstGeom>
          <a:noFill/>
          <a:ln/>
        </p:spPr>
        <p:txBody>
          <a:bodyPr wrap="square" lIns="0" tIns="0" rIns="0" bIns="0" rtlCol="0" anchor="t"/>
          <a:lstStyle/>
          <a:p>
            <a:pPr indent="0" marL="0">
              <a:buNone/>
            </a:pPr>
            <a:r>
              <a:rPr lang="en-US" sz="1400" b="1" dirty="0">
                <a:solidFill>
                  <a:schemeClr val="tx1"/>
                </a:solidFill>
              </a:rPr>
              <a:t>Deberes</a:t>
            </a:r>
            <a:pPr indent="0" marL="0">
              <a:buNone/>
            </a:pPr>
            <a:r>
              <a:rPr lang="en-US" sz="1400" dirty="0">
                <a:solidFill>
                  <a:schemeClr val="tx2"/>
                </a:solidFill>
              </a:rPr>
              <a:t> · por día y asignatura, con propuestas</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Mancha violeta"/>
          <p:cNvSpPr/>
          <p:nvPr/>
        </p:nvSpPr>
        <p:spPr>
          <a:xfrm>
            <a:off x="-1097280" y="3017520"/>
            <a:ext cx="3291840" cy="3291840"/>
          </a:xfrm>
          <a:prstGeom prst="ellipse">
            <a:avLst/>
          </a:prstGeom>
          <a:solidFill>
            <a:schemeClr val="accent4">
              <a:alpha val="12000"/>
            </a:schemeClr>
          </a:solidFill>
          <a:ln/>
        </p:spPr>
      </p:sp>
      <p:sp>
        <p:nvSpPr>
          <p:cNvPr id="3"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600" b="1" dirty="0">
                <a:solidFill>
                  <a:schemeClr val="tx1"/>
                </a:solidFill>
              </a:rPr>
              <a:t>Un resumen semanal con IA</a:t>
            </a:r>
            <a:endParaRPr lang="en-US" sz="3600" dirty="0"/>
          </a:p>
        </p:txBody>
      </p:sp>
      <p:sp>
        <p:nvSpPr>
          <p:cNvPr id="4" name="Tarjeta de ejemplo del resumen"/>
          <p:cNvSpPr/>
          <p:nvPr/>
        </p:nvSpPr>
        <p:spPr>
          <a:xfrm>
            <a:off x="548640" y="1371600"/>
            <a:ext cx="4572000" cy="3063240"/>
          </a:xfrm>
          <a:prstGeom prst="roundRect">
            <a:avLst>
              <a:gd name="adj" fmla="val 5373"/>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5" name="Icono resumen (fondo)"/>
          <p:cNvSpPr/>
          <p:nvPr/>
        </p:nvSpPr>
        <p:spPr>
          <a:xfrm>
            <a:off x="822960" y="1600200"/>
            <a:ext cx="548640" cy="548640"/>
          </a:xfrm>
          <a:prstGeom prst="ellipse">
            <a:avLst/>
          </a:prstGeom>
          <a:solidFill>
            <a:schemeClr val="accent4">
              <a:alpha val="22000"/>
            </a:schemeClr>
          </a:solidFill>
          <a:ln/>
        </p:spPr>
      </p:sp>
      <p:pic>
        <p:nvPicPr>
          <p:cNvPr id="6" name="Icono resumen" descr="Icono resumen">    </p:cNvPr>
          <p:cNvPicPr>
            <a:picLocks noChangeAspect="1"/>
          </p:cNvPicPr>
          <p:nvPr/>
        </p:nvPicPr>
        <p:blipFill>
          <a:blip r:embed="rId1"/>
          <a:stretch>
            <a:fillRect/>
          </a:stretch>
        </p:blipFill>
        <p:spPr>
          <a:xfrm>
            <a:off x="960120" y="1737360"/>
            <a:ext cx="274320" cy="274320"/>
          </a:xfrm>
          <a:prstGeom prst="rect">
            <a:avLst/>
          </a:prstGeom>
        </p:spPr>
      </p:pic>
      <p:sp>
        <p:nvSpPr>
          <p:cNvPr id="7" name="Título del resumen"/>
          <p:cNvSpPr txBox="1"/>
          <p:nvPr/>
        </p:nvSpPr>
        <p:spPr>
          <a:xfrm>
            <a:off x="1508760" y="1600200"/>
            <a:ext cx="2743200" cy="548640"/>
          </a:xfrm>
          <a:prstGeom prst="rect">
            <a:avLst/>
          </a:prstGeom>
          <a:noFill/>
          <a:ln/>
        </p:spPr>
        <p:txBody>
          <a:bodyPr wrap="square" lIns="0" tIns="0" rIns="0" bIns="0" rtlCol="0" anchor="ctr"/>
          <a:lstStyle/>
          <a:p>
            <a:pPr indent="0" marL="0">
              <a:buNone/>
            </a:pPr>
            <a:r>
              <a:rPr lang="en-US" sz="1800" b="1" dirty="0">
                <a:solidFill>
                  <a:schemeClr val="tx1"/>
                </a:solidFill>
              </a:rPr>
              <a:t>Resumen de la semana</a:t>
            </a:r>
            <a:endParaRPr lang="en-US" sz="1800" dirty="0"/>
          </a:p>
        </p:txBody>
      </p:sp>
      <p:sp>
        <p:nvSpPr>
          <p:cNvPr id="8" name="Etiqueta ejemplo"/>
          <p:cNvSpPr txBox="1"/>
          <p:nvPr/>
        </p:nvSpPr>
        <p:spPr>
          <a:xfrm>
            <a:off x="4206240" y="1737360"/>
            <a:ext cx="685800" cy="274320"/>
          </a:xfrm>
          <a:prstGeom prst="roundRect">
            <a:avLst>
              <a:gd name="adj" fmla="val 46667"/>
            </a:avLst>
          </a:prstGeom>
          <a:solidFill>
            <a:schemeClr val="accent5">
              <a:alpha val="20000"/>
            </a:schemeClr>
          </a:solidFill>
          <a:ln w="9525">
            <a:solidFill>
              <a:schemeClr val="accent5"/>
            </a:solidFill>
          </a:ln>
        </p:spPr>
        <p:txBody>
          <a:bodyPr wrap="square" lIns="0" tIns="0" rIns="0" bIns="0" rtlCol="0" anchor="ctr"/>
          <a:lstStyle/>
          <a:p>
            <a:pPr algn="ctr" indent="0" marL="0">
              <a:buNone/>
            </a:pPr>
            <a:r>
              <a:rPr lang="en-US" sz="1000" b="1" dirty="0">
                <a:solidFill>
                  <a:schemeClr val="accent5"/>
                </a:solidFill>
              </a:rPr>
              <a:t>EJEMPLO</a:t>
            </a:r>
            <a:endParaRPr lang="en-US" sz="1000" dirty="0"/>
          </a:p>
        </p:txBody>
      </p:sp>
      <p:sp>
        <p:nvSpPr>
          <p:cNvPr id="9" name="Texto de ejemplo del resumen"/>
          <p:cNvSpPr txBox="1"/>
          <p:nvPr/>
        </p:nvSpPr>
        <p:spPr>
          <a:xfrm>
            <a:off x="822960" y="2286000"/>
            <a:ext cx="4023360" cy="1645920"/>
          </a:xfrm>
          <a:prstGeom prst="rect">
            <a:avLst/>
          </a:prstGeom>
          <a:noFill/>
          <a:ln/>
        </p:spPr>
        <p:txBody>
          <a:bodyPr wrap="square" lIns="0" tIns="0" rIns="0" bIns="0" rtlCol="0" anchor="t"/>
          <a:lstStyle/>
          <a:p>
            <a:pPr indent="0" marL="0">
              <a:buNone/>
            </a:pPr>
            <a:r>
              <a:rPr lang="en-US" sz="1500" dirty="0">
                <a:solidFill>
                  <a:schemeClr val="tx1"/>
                </a:solidFill>
              </a:rPr>
              <a:t>Esta semana toca excursión al Museo del Prado: no olvidéis la autorización firmada y los 8 euros. El miércoles hay reunión de padres a las 17:30. Quedan deberes de Matemáticas y Lengua para mañana, y ya se puede pagar el regalo de la maestra.</a:t>
            </a:r>
            <a:endParaRPr lang="en-US" sz="1500" dirty="0"/>
          </a:p>
        </p:txBody>
      </p:sp>
      <p:sp>
        <p:nvSpPr>
          <p:cNvPr id="10" name="Pie del resumen"/>
          <p:cNvSpPr txBox="1"/>
          <p:nvPr/>
        </p:nvSpPr>
        <p:spPr>
          <a:xfrm>
            <a:off x="822960" y="4023360"/>
            <a:ext cx="4023360" cy="274320"/>
          </a:xfrm>
          <a:prstGeom prst="rect">
            <a:avLst/>
          </a:prstGeom>
          <a:noFill/>
          <a:ln/>
        </p:spPr>
        <p:txBody>
          <a:bodyPr wrap="square" lIns="0" tIns="0" rIns="0" bIns="0" rtlCol="0" anchor="t"/>
          <a:lstStyle/>
          <a:p>
            <a:pPr indent="0" marL="0">
              <a:buNone/>
            </a:pPr>
            <a:r>
              <a:rPr lang="en-US" sz="1200" dirty="0">
                <a:solidFill>
                  <a:srgbClr val="94A3B8"/>
                </a:solidFill>
              </a:rPr>
              <a:t>Generado con IA · ejemplo ilustrativo</a:t>
            </a:r>
            <a:endParaRPr lang="en-US" sz="1200" dirty="0"/>
          </a:p>
        </p:txBody>
      </p:sp>
      <p:sp>
        <p:nvSpPr>
          <p:cNvPr id="11" name="Dato Una vez por clase y semana"/>
          <p:cNvSpPr/>
          <p:nvPr/>
        </p:nvSpPr>
        <p:spPr>
          <a:xfrm>
            <a:off x="5486400" y="1371600"/>
            <a:ext cx="3108960" cy="1005840"/>
          </a:xfrm>
          <a:prstGeom prst="roundRect">
            <a:avLst>
              <a:gd name="adj" fmla="val 16364"/>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12" name="Icono Una vez por clase y semana (fondo)"/>
          <p:cNvSpPr/>
          <p:nvPr/>
        </p:nvSpPr>
        <p:spPr>
          <a:xfrm>
            <a:off x="5669280" y="1600200"/>
            <a:ext cx="548640" cy="548640"/>
          </a:xfrm>
          <a:prstGeom prst="ellipse">
            <a:avLst/>
          </a:prstGeom>
          <a:solidFill>
            <a:schemeClr val="accent1">
              <a:alpha val="22000"/>
            </a:schemeClr>
          </a:solidFill>
          <a:ln/>
        </p:spPr>
      </p:sp>
      <p:pic>
        <p:nvPicPr>
          <p:cNvPr id="13" name="Icono Una vez por clase y semana" descr="Icono Una vez por clase y semana">    </p:cNvPr>
          <p:cNvPicPr>
            <a:picLocks noChangeAspect="1"/>
          </p:cNvPicPr>
          <p:nvPr/>
        </p:nvPicPr>
        <p:blipFill>
          <a:blip r:embed="rId2"/>
          <a:stretch>
            <a:fillRect/>
          </a:stretch>
        </p:blipFill>
        <p:spPr>
          <a:xfrm>
            <a:off x="5806440" y="1737360"/>
            <a:ext cx="274320" cy="274320"/>
          </a:xfrm>
          <a:prstGeom prst="rect">
            <a:avLst/>
          </a:prstGeom>
        </p:spPr>
      </p:pic>
      <p:sp>
        <p:nvSpPr>
          <p:cNvPr id="14" name="Título Una vez por clase y semana"/>
          <p:cNvSpPr txBox="1"/>
          <p:nvPr/>
        </p:nvSpPr>
        <p:spPr>
          <a:xfrm>
            <a:off x="6355080" y="1463040"/>
            <a:ext cx="2148840" cy="320040"/>
          </a:xfrm>
          <a:prstGeom prst="rect">
            <a:avLst/>
          </a:prstGeom>
          <a:noFill/>
          <a:ln/>
        </p:spPr>
        <p:txBody>
          <a:bodyPr wrap="square" lIns="0" tIns="0" rIns="0" bIns="0" rtlCol="0" anchor="ctr"/>
          <a:lstStyle/>
          <a:p>
            <a:pPr indent="0" marL="0">
              <a:buNone/>
            </a:pPr>
            <a:r>
              <a:rPr lang="en-US" sz="1400" b="1" dirty="0">
                <a:solidFill>
                  <a:schemeClr val="tx1"/>
                </a:solidFill>
              </a:rPr>
              <a:t>Una vez por clase y semana</a:t>
            </a:r>
            <a:endParaRPr lang="en-US" sz="1400" dirty="0"/>
          </a:p>
        </p:txBody>
      </p:sp>
      <p:sp>
        <p:nvSpPr>
          <p:cNvPr id="15" name="Texto Una vez por clase y semana"/>
          <p:cNvSpPr txBox="1"/>
          <p:nvPr/>
        </p:nvSpPr>
        <p:spPr>
          <a:xfrm>
            <a:off x="6355080" y="1828800"/>
            <a:ext cx="2148840" cy="457200"/>
          </a:xfrm>
          <a:prstGeom prst="rect">
            <a:avLst/>
          </a:prstGeom>
          <a:noFill/>
          <a:ln/>
        </p:spPr>
        <p:txBody>
          <a:bodyPr wrap="square" lIns="0" tIns="0" rIns="0" bIns="0" rtlCol="0" anchor="t"/>
          <a:lstStyle/>
          <a:p>
            <a:pPr indent="0" marL="0">
              <a:buNone/>
            </a:pPr>
            <a:r>
              <a:rPr lang="en-US" sz="1400" dirty="0">
                <a:solidFill>
                  <a:schemeClr val="tx2"/>
                </a:solidFill>
              </a:rPr>
              <a:t>Lo ven todas las familias.</a:t>
            </a:r>
            <a:endParaRPr lang="en-US" sz="1400" dirty="0"/>
          </a:p>
        </p:txBody>
      </p:sp>
      <p:sp>
        <p:nvSpPr>
          <p:cNvPr id="16" name="Dato De 3 a 5 frases"/>
          <p:cNvSpPr/>
          <p:nvPr/>
        </p:nvSpPr>
        <p:spPr>
          <a:xfrm>
            <a:off x="5486400" y="2468880"/>
            <a:ext cx="3108960" cy="1005840"/>
          </a:xfrm>
          <a:prstGeom prst="roundRect">
            <a:avLst>
              <a:gd name="adj" fmla="val 16364"/>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17" name="Icono De 3 a 5 frases (fondo)"/>
          <p:cNvSpPr/>
          <p:nvPr/>
        </p:nvSpPr>
        <p:spPr>
          <a:xfrm>
            <a:off x="5669280" y="2697480"/>
            <a:ext cx="548640" cy="548640"/>
          </a:xfrm>
          <a:prstGeom prst="ellipse">
            <a:avLst/>
          </a:prstGeom>
          <a:solidFill>
            <a:schemeClr val="accent2">
              <a:alpha val="22000"/>
            </a:schemeClr>
          </a:solidFill>
          <a:ln/>
        </p:spPr>
      </p:sp>
      <p:pic>
        <p:nvPicPr>
          <p:cNvPr id="18" name="Icono De 3 a 5 frases" descr="Icono De 3 a 5 frases">    </p:cNvPr>
          <p:cNvPicPr>
            <a:picLocks noChangeAspect="1"/>
          </p:cNvPicPr>
          <p:nvPr/>
        </p:nvPicPr>
        <p:blipFill>
          <a:blip r:embed="rId3"/>
          <a:stretch>
            <a:fillRect/>
          </a:stretch>
        </p:blipFill>
        <p:spPr>
          <a:xfrm>
            <a:off x="5806440" y="2834640"/>
            <a:ext cx="274320" cy="274320"/>
          </a:xfrm>
          <a:prstGeom prst="rect">
            <a:avLst/>
          </a:prstGeom>
        </p:spPr>
      </p:pic>
      <p:sp>
        <p:nvSpPr>
          <p:cNvPr id="19" name="Título De 3 a 5 frases"/>
          <p:cNvSpPr txBox="1"/>
          <p:nvPr/>
        </p:nvSpPr>
        <p:spPr>
          <a:xfrm>
            <a:off x="6355080" y="2560320"/>
            <a:ext cx="2148840" cy="320040"/>
          </a:xfrm>
          <a:prstGeom prst="rect">
            <a:avLst/>
          </a:prstGeom>
          <a:noFill/>
          <a:ln/>
        </p:spPr>
        <p:txBody>
          <a:bodyPr wrap="square" lIns="0" tIns="0" rIns="0" bIns="0" rtlCol="0" anchor="ctr"/>
          <a:lstStyle/>
          <a:p>
            <a:pPr indent="0" marL="0">
              <a:buNone/>
            </a:pPr>
            <a:r>
              <a:rPr lang="en-US" sz="1400" b="1" dirty="0">
                <a:solidFill>
                  <a:schemeClr val="tx1"/>
                </a:solidFill>
              </a:rPr>
              <a:t>De 3 a 5 frases</a:t>
            </a:r>
            <a:endParaRPr lang="en-US" sz="1400" dirty="0"/>
          </a:p>
        </p:txBody>
      </p:sp>
      <p:sp>
        <p:nvSpPr>
          <p:cNvPr id="20" name="Texto De 3 a 5 frases"/>
          <p:cNvSpPr txBox="1"/>
          <p:nvPr/>
        </p:nvSpPr>
        <p:spPr>
          <a:xfrm>
            <a:off x="6355080" y="2926080"/>
            <a:ext cx="2148840" cy="457200"/>
          </a:xfrm>
          <a:prstGeom prst="rect">
            <a:avLst/>
          </a:prstGeom>
          <a:noFill/>
          <a:ln/>
        </p:spPr>
        <p:txBody>
          <a:bodyPr wrap="square" lIns="0" tIns="0" rIns="0" bIns="0" rtlCol="0" anchor="t"/>
          <a:lstStyle/>
          <a:p>
            <a:pPr indent="0" marL="0">
              <a:buNone/>
            </a:pPr>
            <a:r>
              <a:rPr lang="en-US" sz="1400" dirty="0">
                <a:solidFill>
                  <a:schemeClr val="tx2"/>
                </a:solidFill>
              </a:rPr>
              <a:t>Cortito y fácil de leer.</a:t>
            </a:r>
            <a:endParaRPr lang="en-US" sz="1400" dirty="0"/>
          </a:p>
        </p:txBody>
      </p:sp>
      <p:sp>
        <p:nvSpPr>
          <p:cNvPr id="21" name="Dato Sin nombres de menores"/>
          <p:cNvSpPr/>
          <p:nvPr/>
        </p:nvSpPr>
        <p:spPr>
          <a:xfrm>
            <a:off x="5486400" y="3566160"/>
            <a:ext cx="3108960" cy="1005840"/>
          </a:xfrm>
          <a:prstGeom prst="roundRect">
            <a:avLst>
              <a:gd name="adj" fmla="val 16364"/>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22" name="Icono Sin nombres de menores (fondo)"/>
          <p:cNvSpPr/>
          <p:nvPr/>
        </p:nvSpPr>
        <p:spPr>
          <a:xfrm>
            <a:off x="5669280" y="3794760"/>
            <a:ext cx="548640" cy="548640"/>
          </a:xfrm>
          <a:prstGeom prst="ellipse">
            <a:avLst/>
          </a:prstGeom>
          <a:solidFill>
            <a:schemeClr val="accent3">
              <a:alpha val="22000"/>
            </a:schemeClr>
          </a:solidFill>
          <a:ln/>
        </p:spPr>
      </p:sp>
      <p:pic>
        <p:nvPicPr>
          <p:cNvPr id="23" name="Icono Sin nombres de menores" descr="Icono Sin nombres de menores">    </p:cNvPr>
          <p:cNvPicPr>
            <a:picLocks noChangeAspect="1"/>
          </p:cNvPicPr>
          <p:nvPr/>
        </p:nvPicPr>
        <p:blipFill>
          <a:blip r:embed="rId4"/>
          <a:stretch>
            <a:fillRect/>
          </a:stretch>
        </p:blipFill>
        <p:spPr>
          <a:xfrm>
            <a:off x="5806440" y="3931920"/>
            <a:ext cx="274320" cy="274320"/>
          </a:xfrm>
          <a:prstGeom prst="rect">
            <a:avLst/>
          </a:prstGeom>
        </p:spPr>
      </p:pic>
      <p:sp>
        <p:nvSpPr>
          <p:cNvPr id="24" name="Título Sin nombres de menores"/>
          <p:cNvSpPr txBox="1"/>
          <p:nvPr/>
        </p:nvSpPr>
        <p:spPr>
          <a:xfrm>
            <a:off x="6355080" y="3657600"/>
            <a:ext cx="2148840" cy="320040"/>
          </a:xfrm>
          <a:prstGeom prst="rect">
            <a:avLst/>
          </a:prstGeom>
          <a:noFill/>
          <a:ln/>
        </p:spPr>
        <p:txBody>
          <a:bodyPr wrap="square" lIns="0" tIns="0" rIns="0" bIns="0" rtlCol="0" anchor="ctr"/>
          <a:lstStyle/>
          <a:p>
            <a:pPr indent="0" marL="0">
              <a:buNone/>
            </a:pPr>
            <a:r>
              <a:rPr lang="en-US" sz="1400" b="1" dirty="0">
                <a:solidFill>
                  <a:schemeClr val="tx1"/>
                </a:solidFill>
              </a:rPr>
              <a:t>Sin nombres de menores</a:t>
            </a:r>
            <a:endParaRPr lang="en-US" sz="1400" dirty="0"/>
          </a:p>
        </p:txBody>
      </p:sp>
      <p:sp>
        <p:nvSpPr>
          <p:cNvPr id="25" name="Texto Sin nombres de menores"/>
          <p:cNvSpPr txBox="1"/>
          <p:nvPr/>
        </p:nvSpPr>
        <p:spPr>
          <a:xfrm>
            <a:off x="6355080" y="4023360"/>
            <a:ext cx="2148840" cy="457200"/>
          </a:xfrm>
          <a:prstGeom prst="rect">
            <a:avLst/>
          </a:prstGeom>
          <a:noFill/>
          <a:ln/>
        </p:spPr>
        <p:txBody>
          <a:bodyPr wrap="square" lIns="0" tIns="0" rIns="0" bIns="0" rtlCol="0" anchor="t"/>
          <a:lstStyle/>
          <a:p>
            <a:pPr indent="0" marL="0">
              <a:buNone/>
            </a:pPr>
            <a:r>
              <a:rPr lang="en-US" sz="1400" dirty="0">
                <a:solidFill>
                  <a:schemeClr val="tx2"/>
                </a:solidFill>
              </a:rPr>
              <a:t>Los cumpleaños solo se cuentan.</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Mancha azul"/>
          <p:cNvSpPr/>
          <p:nvPr/>
        </p:nvSpPr>
        <p:spPr>
          <a:xfrm>
            <a:off x="7132320" y="-1188720"/>
            <a:ext cx="2926080" cy="2926080"/>
          </a:xfrm>
          <a:prstGeom prst="ellipse">
            <a:avLst/>
          </a:prstGeom>
          <a:solidFill>
            <a:schemeClr val="accent1">
              <a:alpha val="10000"/>
            </a:schemeClr>
          </a:solidFill>
          <a:ln/>
        </p:spPr>
      </p:sp>
      <p:sp>
        <p:nvSpPr>
          <p:cNvPr id="3"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600" b="1" dirty="0">
                <a:solidFill>
                  <a:schemeClr val="tx1"/>
                </a:solidFill>
              </a:rPr>
              <a:t>Cómo está hecho</a:t>
            </a:r>
            <a:endParaRPr lang="en-US" sz="3600" dirty="0"/>
          </a:p>
        </p:txBody>
      </p:sp>
      <p:sp>
        <p:nvSpPr>
          <p:cNvPr id="4" name="Tarjeta Frontend"/>
          <p:cNvSpPr/>
          <p:nvPr/>
        </p:nvSpPr>
        <p:spPr>
          <a:xfrm>
            <a:off x="548640" y="1325880"/>
            <a:ext cx="2514600" cy="1600200"/>
          </a:xfrm>
          <a:prstGeom prst="roundRect">
            <a:avLst>
              <a:gd name="adj" fmla="val 10286"/>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5" name="Icono Frontend (fondo)"/>
          <p:cNvSpPr/>
          <p:nvPr/>
        </p:nvSpPr>
        <p:spPr>
          <a:xfrm>
            <a:off x="731520" y="1490472"/>
            <a:ext cx="457200" cy="457200"/>
          </a:xfrm>
          <a:prstGeom prst="ellipse">
            <a:avLst/>
          </a:prstGeom>
          <a:solidFill>
            <a:schemeClr val="accent1">
              <a:alpha val="22000"/>
            </a:schemeClr>
          </a:solidFill>
          <a:ln/>
        </p:spPr>
      </p:sp>
      <p:pic>
        <p:nvPicPr>
          <p:cNvPr id="6" name="Icono Frontend" descr="Icono Frontend">    </p:cNvPr>
          <p:cNvPicPr>
            <a:picLocks noChangeAspect="1"/>
          </p:cNvPicPr>
          <p:nvPr/>
        </p:nvPicPr>
        <p:blipFill>
          <a:blip r:embed="rId1"/>
          <a:stretch>
            <a:fillRect/>
          </a:stretch>
        </p:blipFill>
        <p:spPr>
          <a:xfrm>
            <a:off x="845820" y="1604772"/>
            <a:ext cx="228600" cy="228600"/>
          </a:xfrm>
          <a:prstGeom prst="rect">
            <a:avLst/>
          </a:prstGeom>
        </p:spPr>
      </p:pic>
      <p:sp>
        <p:nvSpPr>
          <p:cNvPr id="7" name="Título Frontend"/>
          <p:cNvSpPr txBox="1"/>
          <p:nvPr/>
        </p:nvSpPr>
        <p:spPr>
          <a:xfrm>
            <a:off x="1325880" y="1490472"/>
            <a:ext cx="1600200" cy="457200"/>
          </a:xfrm>
          <a:prstGeom prst="rect">
            <a:avLst/>
          </a:prstGeom>
          <a:noFill/>
          <a:ln/>
        </p:spPr>
        <p:txBody>
          <a:bodyPr wrap="square" lIns="0" tIns="0" rIns="0" bIns="0" rtlCol="0" anchor="ctr"/>
          <a:lstStyle/>
          <a:p>
            <a:pPr indent="0" marL="0">
              <a:buNone/>
            </a:pPr>
            <a:r>
              <a:rPr lang="en-US" sz="1800" b="1" dirty="0">
                <a:solidFill>
                  <a:schemeClr val="tx1"/>
                </a:solidFill>
              </a:rPr>
              <a:t>Frontend</a:t>
            </a:r>
            <a:endParaRPr lang="en-US" sz="1800" dirty="0"/>
          </a:p>
        </p:txBody>
      </p:sp>
      <p:sp>
        <p:nvSpPr>
          <p:cNvPr id="8" name="Etiqueta React 18"/>
          <p:cNvSpPr txBox="1"/>
          <p:nvPr/>
        </p:nvSpPr>
        <p:spPr>
          <a:xfrm>
            <a:off x="731520" y="2103120"/>
            <a:ext cx="850392" cy="274320"/>
          </a:xfrm>
          <a:prstGeom prst="roundRect">
            <a:avLst>
              <a:gd name="adj" fmla="val 56667"/>
            </a:avLst>
          </a:prstGeom>
          <a:solidFill>
            <a:schemeClr val="accent1">
              <a:alpha val="18000"/>
            </a:schemeClr>
          </a:solidFill>
          <a:ln w="9525">
            <a:solidFill>
              <a:schemeClr val="accent1">
                <a:alpha val="45000"/>
              </a:schemeClr>
            </a:solidFill>
          </a:ln>
        </p:spPr>
        <p:txBody>
          <a:bodyPr wrap="square" lIns="0" tIns="0" rIns="0" bIns="0" rtlCol="0" anchor="ctr"/>
          <a:lstStyle/>
          <a:p>
            <a:pPr algn="ctr" indent="0" marL="0">
              <a:buNone/>
            </a:pPr>
            <a:r>
              <a:rPr lang="en-US" sz="1200" dirty="0">
                <a:solidFill>
                  <a:schemeClr val="tx1"/>
                </a:solidFill>
              </a:rPr>
              <a:t>React 18</a:t>
            </a:r>
            <a:endParaRPr lang="en-US" sz="1200" dirty="0"/>
          </a:p>
        </p:txBody>
      </p:sp>
      <p:sp>
        <p:nvSpPr>
          <p:cNvPr id="9" name="Etiqueta TypeScript"/>
          <p:cNvSpPr txBox="1"/>
          <p:nvPr/>
        </p:nvSpPr>
        <p:spPr>
          <a:xfrm>
            <a:off x="1655064" y="2103120"/>
            <a:ext cx="996696" cy="274320"/>
          </a:xfrm>
          <a:prstGeom prst="roundRect">
            <a:avLst>
              <a:gd name="adj" fmla="val 56667"/>
            </a:avLst>
          </a:prstGeom>
          <a:solidFill>
            <a:schemeClr val="accent1">
              <a:alpha val="18000"/>
            </a:schemeClr>
          </a:solidFill>
          <a:ln w="9525">
            <a:solidFill>
              <a:schemeClr val="accent1">
                <a:alpha val="45000"/>
              </a:schemeClr>
            </a:solidFill>
          </a:ln>
        </p:spPr>
        <p:txBody>
          <a:bodyPr wrap="square" lIns="0" tIns="0" rIns="0" bIns="0" rtlCol="0" anchor="ctr"/>
          <a:lstStyle/>
          <a:p>
            <a:pPr algn="ctr" indent="0" marL="0">
              <a:buNone/>
            </a:pPr>
            <a:r>
              <a:rPr lang="en-US" sz="1200" dirty="0">
                <a:solidFill>
                  <a:schemeClr val="tx1"/>
                </a:solidFill>
              </a:rPr>
              <a:t>TypeScript</a:t>
            </a:r>
            <a:endParaRPr lang="en-US" sz="1200" dirty="0"/>
          </a:p>
        </p:txBody>
      </p:sp>
      <p:sp>
        <p:nvSpPr>
          <p:cNvPr id="10" name="Etiqueta Vite"/>
          <p:cNvSpPr txBox="1"/>
          <p:nvPr/>
        </p:nvSpPr>
        <p:spPr>
          <a:xfrm>
            <a:off x="731520" y="2450592"/>
            <a:ext cx="566928" cy="274320"/>
          </a:xfrm>
          <a:prstGeom prst="roundRect">
            <a:avLst>
              <a:gd name="adj" fmla="val 56667"/>
            </a:avLst>
          </a:prstGeom>
          <a:solidFill>
            <a:schemeClr val="accent1">
              <a:alpha val="18000"/>
            </a:schemeClr>
          </a:solidFill>
          <a:ln w="9525">
            <a:solidFill>
              <a:schemeClr val="accent1">
                <a:alpha val="45000"/>
              </a:schemeClr>
            </a:solidFill>
          </a:ln>
        </p:spPr>
        <p:txBody>
          <a:bodyPr wrap="square" lIns="0" tIns="0" rIns="0" bIns="0" rtlCol="0" anchor="ctr"/>
          <a:lstStyle/>
          <a:p>
            <a:pPr algn="ctr" indent="0" marL="0">
              <a:buNone/>
            </a:pPr>
            <a:r>
              <a:rPr lang="en-US" sz="1200" dirty="0">
                <a:solidFill>
                  <a:schemeClr val="tx1"/>
                </a:solidFill>
              </a:rPr>
              <a:t>Vite</a:t>
            </a:r>
            <a:endParaRPr lang="en-US" sz="1200" dirty="0"/>
          </a:p>
        </p:txBody>
      </p:sp>
      <p:sp>
        <p:nvSpPr>
          <p:cNvPr id="11" name="Etiqueta Tailwind CSS"/>
          <p:cNvSpPr txBox="1"/>
          <p:nvPr/>
        </p:nvSpPr>
        <p:spPr>
          <a:xfrm>
            <a:off x="1371600" y="2450592"/>
            <a:ext cx="1143000" cy="274320"/>
          </a:xfrm>
          <a:prstGeom prst="roundRect">
            <a:avLst>
              <a:gd name="adj" fmla="val 56667"/>
            </a:avLst>
          </a:prstGeom>
          <a:solidFill>
            <a:schemeClr val="accent1">
              <a:alpha val="18000"/>
            </a:schemeClr>
          </a:solidFill>
          <a:ln w="9525">
            <a:solidFill>
              <a:schemeClr val="accent1">
                <a:alpha val="45000"/>
              </a:schemeClr>
            </a:solidFill>
          </a:ln>
        </p:spPr>
        <p:txBody>
          <a:bodyPr wrap="square" lIns="0" tIns="0" rIns="0" bIns="0" rtlCol="0" anchor="ctr"/>
          <a:lstStyle/>
          <a:p>
            <a:pPr algn="ctr" indent="0" marL="0">
              <a:buNone/>
            </a:pPr>
            <a:r>
              <a:rPr lang="en-US" sz="1200" dirty="0">
                <a:solidFill>
                  <a:schemeClr val="tx1"/>
                </a:solidFill>
              </a:rPr>
              <a:t>Tailwind CSS</a:t>
            </a:r>
            <a:endParaRPr lang="en-US" sz="1200" dirty="0"/>
          </a:p>
        </p:txBody>
      </p:sp>
      <p:sp>
        <p:nvSpPr>
          <p:cNvPr id="12" name="Tarjeta Backend"/>
          <p:cNvSpPr/>
          <p:nvPr/>
        </p:nvSpPr>
        <p:spPr>
          <a:xfrm>
            <a:off x="3314700" y="1325880"/>
            <a:ext cx="2514600" cy="1600200"/>
          </a:xfrm>
          <a:prstGeom prst="roundRect">
            <a:avLst>
              <a:gd name="adj" fmla="val 10286"/>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13" name="Icono Backend (fondo)"/>
          <p:cNvSpPr/>
          <p:nvPr/>
        </p:nvSpPr>
        <p:spPr>
          <a:xfrm>
            <a:off x="3497580" y="1490472"/>
            <a:ext cx="457200" cy="457200"/>
          </a:xfrm>
          <a:prstGeom prst="ellipse">
            <a:avLst/>
          </a:prstGeom>
          <a:solidFill>
            <a:schemeClr val="accent2">
              <a:alpha val="22000"/>
            </a:schemeClr>
          </a:solidFill>
          <a:ln/>
        </p:spPr>
      </p:sp>
      <p:pic>
        <p:nvPicPr>
          <p:cNvPr id="14" name="Icono Backend" descr="Icono Backend">    </p:cNvPr>
          <p:cNvPicPr>
            <a:picLocks noChangeAspect="1"/>
          </p:cNvPicPr>
          <p:nvPr/>
        </p:nvPicPr>
        <p:blipFill>
          <a:blip r:embed="rId2"/>
          <a:stretch>
            <a:fillRect/>
          </a:stretch>
        </p:blipFill>
        <p:spPr>
          <a:xfrm>
            <a:off x="3611880" y="1604772"/>
            <a:ext cx="228600" cy="228600"/>
          </a:xfrm>
          <a:prstGeom prst="rect">
            <a:avLst/>
          </a:prstGeom>
        </p:spPr>
      </p:pic>
      <p:sp>
        <p:nvSpPr>
          <p:cNvPr id="15" name="Título Backend"/>
          <p:cNvSpPr txBox="1"/>
          <p:nvPr/>
        </p:nvSpPr>
        <p:spPr>
          <a:xfrm>
            <a:off x="4091940" y="1490472"/>
            <a:ext cx="1600200" cy="457200"/>
          </a:xfrm>
          <a:prstGeom prst="rect">
            <a:avLst/>
          </a:prstGeom>
          <a:noFill/>
          <a:ln/>
        </p:spPr>
        <p:txBody>
          <a:bodyPr wrap="square" lIns="0" tIns="0" rIns="0" bIns="0" rtlCol="0" anchor="ctr"/>
          <a:lstStyle/>
          <a:p>
            <a:pPr indent="0" marL="0">
              <a:buNone/>
            </a:pPr>
            <a:r>
              <a:rPr lang="en-US" sz="1800" b="1" dirty="0">
                <a:solidFill>
                  <a:schemeClr val="tx1"/>
                </a:solidFill>
              </a:rPr>
              <a:t>Backend</a:t>
            </a:r>
            <a:endParaRPr lang="en-US" sz="1800" dirty="0"/>
          </a:p>
        </p:txBody>
      </p:sp>
      <p:sp>
        <p:nvSpPr>
          <p:cNvPr id="16" name="Etiqueta .NET 10"/>
          <p:cNvSpPr txBox="1"/>
          <p:nvPr/>
        </p:nvSpPr>
        <p:spPr>
          <a:xfrm>
            <a:off x="3497580" y="2103120"/>
            <a:ext cx="777240" cy="274320"/>
          </a:xfrm>
          <a:prstGeom prst="roundRect">
            <a:avLst>
              <a:gd name="adj" fmla="val 56667"/>
            </a:avLst>
          </a:prstGeom>
          <a:solidFill>
            <a:schemeClr val="accent2">
              <a:alpha val="18000"/>
            </a:schemeClr>
          </a:solidFill>
          <a:ln w="9525">
            <a:solidFill>
              <a:schemeClr val="accent2">
                <a:alpha val="45000"/>
              </a:schemeClr>
            </a:solidFill>
          </a:ln>
        </p:spPr>
        <p:txBody>
          <a:bodyPr wrap="square" lIns="0" tIns="0" rIns="0" bIns="0" rtlCol="0" anchor="ctr"/>
          <a:lstStyle/>
          <a:p>
            <a:pPr algn="ctr" indent="0" marL="0">
              <a:buNone/>
            </a:pPr>
            <a:r>
              <a:rPr lang="en-US" sz="1200" dirty="0">
                <a:solidFill>
                  <a:schemeClr val="tx1"/>
                </a:solidFill>
              </a:rPr>
              <a:t>.NET 10</a:t>
            </a:r>
            <a:endParaRPr lang="en-US" sz="1200" dirty="0"/>
          </a:p>
        </p:txBody>
      </p:sp>
      <p:sp>
        <p:nvSpPr>
          <p:cNvPr id="17" name="Etiqueta ASP.NET Core"/>
          <p:cNvSpPr txBox="1"/>
          <p:nvPr/>
        </p:nvSpPr>
        <p:spPr>
          <a:xfrm>
            <a:off x="4347972" y="2103120"/>
            <a:ext cx="1143000" cy="274320"/>
          </a:xfrm>
          <a:prstGeom prst="roundRect">
            <a:avLst>
              <a:gd name="adj" fmla="val 56667"/>
            </a:avLst>
          </a:prstGeom>
          <a:solidFill>
            <a:schemeClr val="accent2">
              <a:alpha val="18000"/>
            </a:schemeClr>
          </a:solidFill>
          <a:ln w="9525">
            <a:solidFill>
              <a:schemeClr val="accent2">
                <a:alpha val="45000"/>
              </a:schemeClr>
            </a:solidFill>
          </a:ln>
        </p:spPr>
        <p:txBody>
          <a:bodyPr wrap="square" lIns="0" tIns="0" rIns="0" bIns="0" rtlCol="0" anchor="ctr"/>
          <a:lstStyle/>
          <a:p>
            <a:pPr algn="ctr" indent="0" marL="0">
              <a:buNone/>
            </a:pPr>
            <a:r>
              <a:rPr lang="en-US" sz="1200" dirty="0">
                <a:solidFill>
                  <a:schemeClr val="tx1"/>
                </a:solidFill>
              </a:rPr>
              <a:t>ASP.NET Core</a:t>
            </a:r>
            <a:endParaRPr lang="en-US" sz="1200" dirty="0"/>
          </a:p>
        </p:txBody>
      </p:sp>
      <p:sp>
        <p:nvSpPr>
          <p:cNvPr id="18" name="Etiqueta EF Core"/>
          <p:cNvSpPr txBox="1"/>
          <p:nvPr/>
        </p:nvSpPr>
        <p:spPr>
          <a:xfrm>
            <a:off x="3497580" y="2450592"/>
            <a:ext cx="777240" cy="274320"/>
          </a:xfrm>
          <a:prstGeom prst="roundRect">
            <a:avLst>
              <a:gd name="adj" fmla="val 56667"/>
            </a:avLst>
          </a:prstGeom>
          <a:solidFill>
            <a:schemeClr val="accent2">
              <a:alpha val="18000"/>
            </a:schemeClr>
          </a:solidFill>
          <a:ln w="9525">
            <a:solidFill>
              <a:schemeClr val="accent2">
                <a:alpha val="45000"/>
              </a:schemeClr>
            </a:solidFill>
          </a:ln>
        </p:spPr>
        <p:txBody>
          <a:bodyPr wrap="square" lIns="0" tIns="0" rIns="0" bIns="0" rtlCol="0" anchor="ctr"/>
          <a:lstStyle/>
          <a:p>
            <a:pPr algn="ctr" indent="0" marL="0">
              <a:buNone/>
            </a:pPr>
            <a:r>
              <a:rPr lang="en-US" sz="1200" dirty="0">
                <a:solidFill>
                  <a:schemeClr val="tx1"/>
                </a:solidFill>
              </a:rPr>
              <a:t>EF Core</a:t>
            </a:r>
            <a:endParaRPr lang="en-US" sz="1200" dirty="0"/>
          </a:p>
        </p:txBody>
      </p:sp>
      <p:sp>
        <p:nvSpPr>
          <p:cNvPr id="19" name="Etiqueta MediatR"/>
          <p:cNvSpPr txBox="1"/>
          <p:nvPr/>
        </p:nvSpPr>
        <p:spPr>
          <a:xfrm>
            <a:off x="4347972" y="2450592"/>
            <a:ext cx="777240" cy="274320"/>
          </a:xfrm>
          <a:prstGeom prst="roundRect">
            <a:avLst>
              <a:gd name="adj" fmla="val 56667"/>
            </a:avLst>
          </a:prstGeom>
          <a:solidFill>
            <a:schemeClr val="accent2">
              <a:alpha val="18000"/>
            </a:schemeClr>
          </a:solidFill>
          <a:ln w="9525">
            <a:solidFill>
              <a:schemeClr val="accent2">
                <a:alpha val="45000"/>
              </a:schemeClr>
            </a:solidFill>
          </a:ln>
        </p:spPr>
        <p:txBody>
          <a:bodyPr wrap="square" lIns="0" tIns="0" rIns="0" bIns="0" rtlCol="0" anchor="ctr"/>
          <a:lstStyle/>
          <a:p>
            <a:pPr algn="ctr" indent="0" marL="0">
              <a:buNone/>
            </a:pPr>
            <a:r>
              <a:rPr lang="en-US" sz="1200" dirty="0">
                <a:solidFill>
                  <a:schemeClr val="tx1"/>
                </a:solidFill>
              </a:rPr>
              <a:t>MediatR</a:t>
            </a:r>
            <a:endParaRPr lang="en-US" sz="1200" dirty="0"/>
          </a:p>
        </p:txBody>
      </p:sp>
      <p:sp>
        <p:nvSpPr>
          <p:cNvPr id="20" name="Tarjeta Datos"/>
          <p:cNvSpPr/>
          <p:nvPr/>
        </p:nvSpPr>
        <p:spPr>
          <a:xfrm>
            <a:off x="6080760" y="1325880"/>
            <a:ext cx="2514600" cy="1600200"/>
          </a:xfrm>
          <a:prstGeom prst="roundRect">
            <a:avLst>
              <a:gd name="adj" fmla="val 10286"/>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21" name="Icono Datos (fondo)"/>
          <p:cNvSpPr/>
          <p:nvPr/>
        </p:nvSpPr>
        <p:spPr>
          <a:xfrm>
            <a:off x="6263640" y="1490472"/>
            <a:ext cx="457200" cy="457200"/>
          </a:xfrm>
          <a:prstGeom prst="ellipse">
            <a:avLst/>
          </a:prstGeom>
          <a:solidFill>
            <a:schemeClr val="accent3">
              <a:alpha val="22000"/>
            </a:schemeClr>
          </a:solidFill>
          <a:ln/>
        </p:spPr>
      </p:sp>
      <p:pic>
        <p:nvPicPr>
          <p:cNvPr id="22" name="Icono Datos" descr="Icono Datos">    </p:cNvPr>
          <p:cNvPicPr>
            <a:picLocks noChangeAspect="1"/>
          </p:cNvPicPr>
          <p:nvPr/>
        </p:nvPicPr>
        <p:blipFill>
          <a:blip r:embed="rId3"/>
          <a:stretch>
            <a:fillRect/>
          </a:stretch>
        </p:blipFill>
        <p:spPr>
          <a:xfrm>
            <a:off x="6377940" y="1604772"/>
            <a:ext cx="228600" cy="228600"/>
          </a:xfrm>
          <a:prstGeom prst="rect">
            <a:avLst/>
          </a:prstGeom>
        </p:spPr>
      </p:pic>
      <p:sp>
        <p:nvSpPr>
          <p:cNvPr id="23" name="Título Datos"/>
          <p:cNvSpPr txBox="1"/>
          <p:nvPr/>
        </p:nvSpPr>
        <p:spPr>
          <a:xfrm>
            <a:off x="6858000" y="1490472"/>
            <a:ext cx="1600200" cy="457200"/>
          </a:xfrm>
          <a:prstGeom prst="rect">
            <a:avLst/>
          </a:prstGeom>
          <a:noFill/>
          <a:ln/>
        </p:spPr>
        <p:txBody>
          <a:bodyPr wrap="square" lIns="0" tIns="0" rIns="0" bIns="0" rtlCol="0" anchor="ctr"/>
          <a:lstStyle/>
          <a:p>
            <a:pPr indent="0" marL="0">
              <a:buNone/>
            </a:pPr>
            <a:r>
              <a:rPr lang="en-US" sz="1800" b="1" dirty="0">
                <a:solidFill>
                  <a:schemeClr val="tx1"/>
                </a:solidFill>
              </a:rPr>
              <a:t>Datos</a:t>
            </a:r>
            <a:endParaRPr lang="en-US" sz="1800" dirty="0"/>
          </a:p>
        </p:txBody>
      </p:sp>
      <p:sp>
        <p:nvSpPr>
          <p:cNvPr id="24" name="Etiqueta PostgreSQL 17"/>
          <p:cNvSpPr txBox="1"/>
          <p:nvPr/>
        </p:nvSpPr>
        <p:spPr>
          <a:xfrm>
            <a:off x="6263640" y="2103120"/>
            <a:ext cx="1216152" cy="274320"/>
          </a:xfrm>
          <a:prstGeom prst="roundRect">
            <a:avLst>
              <a:gd name="adj" fmla="val 56667"/>
            </a:avLst>
          </a:prstGeom>
          <a:solidFill>
            <a:schemeClr val="accent3">
              <a:alpha val="18000"/>
            </a:schemeClr>
          </a:solidFill>
          <a:ln w="9525">
            <a:solidFill>
              <a:schemeClr val="accent3">
                <a:alpha val="45000"/>
              </a:schemeClr>
            </a:solidFill>
          </a:ln>
        </p:spPr>
        <p:txBody>
          <a:bodyPr wrap="square" lIns="0" tIns="0" rIns="0" bIns="0" rtlCol="0" anchor="ctr"/>
          <a:lstStyle/>
          <a:p>
            <a:pPr algn="ctr" indent="0" marL="0">
              <a:buNone/>
            </a:pPr>
            <a:r>
              <a:rPr lang="en-US" sz="1200" dirty="0">
                <a:solidFill>
                  <a:schemeClr val="tx1"/>
                </a:solidFill>
              </a:rPr>
              <a:t>PostgreSQL 17</a:t>
            </a:r>
            <a:endParaRPr lang="en-US" sz="1200" dirty="0"/>
          </a:p>
        </p:txBody>
      </p:sp>
      <p:sp>
        <p:nvSpPr>
          <p:cNvPr id="25" name="Etiqueta Docker"/>
          <p:cNvSpPr txBox="1"/>
          <p:nvPr/>
        </p:nvSpPr>
        <p:spPr>
          <a:xfrm>
            <a:off x="7552944" y="2103120"/>
            <a:ext cx="704088" cy="274320"/>
          </a:xfrm>
          <a:prstGeom prst="roundRect">
            <a:avLst>
              <a:gd name="adj" fmla="val 56667"/>
            </a:avLst>
          </a:prstGeom>
          <a:solidFill>
            <a:schemeClr val="accent3">
              <a:alpha val="18000"/>
            </a:schemeClr>
          </a:solidFill>
          <a:ln w="9525">
            <a:solidFill>
              <a:schemeClr val="accent3">
                <a:alpha val="45000"/>
              </a:schemeClr>
            </a:solidFill>
          </a:ln>
        </p:spPr>
        <p:txBody>
          <a:bodyPr wrap="square" lIns="0" tIns="0" rIns="0" bIns="0" rtlCol="0" anchor="ctr"/>
          <a:lstStyle/>
          <a:p>
            <a:pPr algn="ctr" indent="0" marL="0">
              <a:buNone/>
            </a:pPr>
            <a:r>
              <a:rPr lang="en-US" sz="1200" dirty="0">
                <a:solidFill>
                  <a:schemeClr val="tx1"/>
                </a:solidFill>
              </a:rPr>
              <a:t>Docker</a:t>
            </a:r>
            <a:endParaRPr lang="en-US" sz="1200" dirty="0"/>
          </a:p>
        </p:txBody>
      </p:sp>
      <p:sp>
        <p:nvSpPr>
          <p:cNvPr id="26" name="Tarjeta IA"/>
          <p:cNvSpPr/>
          <p:nvPr/>
        </p:nvSpPr>
        <p:spPr>
          <a:xfrm>
            <a:off x="548640" y="3063240"/>
            <a:ext cx="2514600" cy="1600200"/>
          </a:xfrm>
          <a:prstGeom prst="roundRect">
            <a:avLst>
              <a:gd name="adj" fmla="val 10286"/>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27" name="Icono IA (fondo)"/>
          <p:cNvSpPr/>
          <p:nvPr/>
        </p:nvSpPr>
        <p:spPr>
          <a:xfrm>
            <a:off x="731520" y="3227832"/>
            <a:ext cx="457200" cy="457200"/>
          </a:xfrm>
          <a:prstGeom prst="ellipse">
            <a:avLst/>
          </a:prstGeom>
          <a:solidFill>
            <a:schemeClr val="accent4">
              <a:alpha val="22000"/>
            </a:schemeClr>
          </a:solidFill>
          <a:ln/>
        </p:spPr>
      </p:sp>
      <p:pic>
        <p:nvPicPr>
          <p:cNvPr id="28" name="Icono IA" descr="Icono IA">    </p:cNvPr>
          <p:cNvPicPr>
            <a:picLocks noChangeAspect="1"/>
          </p:cNvPicPr>
          <p:nvPr/>
        </p:nvPicPr>
        <p:blipFill>
          <a:blip r:embed="rId4"/>
          <a:stretch>
            <a:fillRect/>
          </a:stretch>
        </p:blipFill>
        <p:spPr>
          <a:xfrm>
            <a:off x="845820" y="3342132"/>
            <a:ext cx="228600" cy="228600"/>
          </a:xfrm>
          <a:prstGeom prst="rect">
            <a:avLst/>
          </a:prstGeom>
        </p:spPr>
      </p:pic>
      <p:sp>
        <p:nvSpPr>
          <p:cNvPr id="29" name="Título IA"/>
          <p:cNvSpPr txBox="1"/>
          <p:nvPr/>
        </p:nvSpPr>
        <p:spPr>
          <a:xfrm>
            <a:off x="1325880" y="3227832"/>
            <a:ext cx="1600200" cy="457200"/>
          </a:xfrm>
          <a:prstGeom prst="rect">
            <a:avLst/>
          </a:prstGeom>
          <a:noFill/>
          <a:ln/>
        </p:spPr>
        <p:txBody>
          <a:bodyPr wrap="square" lIns="0" tIns="0" rIns="0" bIns="0" rtlCol="0" anchor="ctr"/>
          <a:lstStyle/>
          <a:p>
            <a:pPr indent="0" marL="0">
              <a:buNone/>
            </a:pPr>
            <a:r>
              <a:rPr lang="en-US" sz="1800" b="1" dirty="0">
                <a:solidFill>
                  <a:schemeClr val="tx1"/>
                </a:solidFill>
              </a:rPr>
              <a:t>IA</a:t>
            </a:r>
            <a:endParaRPr lang="en-US" sz="1800" dirty="0"/>
          </a:p>
        </p:txBody>
      </p:sp>
      <p:sp>
        <p:nvSpPr>
          <p:cNvPr id="30" name="Etiqueta API de Anthropic"/>
          <p:cNvSpPr txBox="1"/>
          <p:nvPr/>
        </p:nvSpPr>
        <p:spPr>
          <a:xfrm>
            <a:off x="731520" y="3840480"/>
            <a:ext cx="1426464" cy="274320"/>
          </a:xfrm>
          <a:prstGeom prst="roundRect">
            <a:avLst>
              <a:gd name="adj" fmla="val 56667"/>
            </a:avLst>
          </a:prstGeom>
          <a:solidFill>
            <a:schemeClr val="accent4">
              <a:alpha val="18000"/>
            </a:schemeClr>
          </a:solidFill>
          <a:ln w="9525">
            <a:solidFill>
              <a:schemeClr val="accent4">
                <a:alpha val="45000"/>
              </a:schemeClr>
            </a:solidFill>
          </a:ln>
        </p:spPr>
        <p:txBody>
          <a:bodyPr wrap="square" lIns="0" tIns="0" rIns="0" bIns="0" rtlCol="0" anchor="ctr"/>
          <a:lstStyle/>
          <a:p>
            <a:pPr algn="ctr" indent="0" marL="0">
              <a:buNone/>
            </a:pPr>
            <a:r>
              <a:rPr lang="en-US" sz="1200" dirty="0">
                <a:solidFill>
                  <a:schemeClr val="tx1"/>
                </a:solidFill>
              </a:rPr>
              <a:t>API de Anthropic</a:t>
            </a:r>
            <a:endParaRPr lang="en-US" sz="1200" dirty="0"/>
          </a:p>
        </p:txBody>
      </p:sp>
      <p:sp>
        <p:nvSpPr>
          <p:cNvPr id="31" name="Tarjeta Calidad"/>
          <p:cNvSpPr/>
          <p:nvPr/>
        </p:nvSpPr>
        <p:spPr>
          <a:xfrm>
            <a:off x="3314700" y="3063240"/>
            <a:ext cx="2514600" cy="1600200"/>
          </a:xfrm>
          <a:prstGeom prst="roundRect">
            <a:avLst>
              <a:gd name="adj" fmla="val 10286"/>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32" name="Icono Calidad (fondo)"/>
          <p:cNvSpPr/>
          <p:nvPr/>
        </p:nvSpPr>
        <p:spPr>
          <a:xfrm>
            <a:off x="3497580" y="3227832"/>
            <a:ext cx="457200" cy="457200"/>
          </a:xfrm>
          <a:prstGeom prst="ellipse">
            <a:avLst/>
          </a:prstGeom>
          <a:solidFill>
            <a:schemeClr val="accent5">
              <a:alpha val="22000"/>
            </a:schemeClr>
          </a:solidFill>
          <a:ln/>
        </p:spPr>
      </p:sp>
      <p:pic>
        <p:nvPicPr>
          <p:cNvPr id="33" name="Icono Calidad" descr="Icono Calidad">    </p:cNvPr>
          <p:cNvPicPr>
            <a:picLocks noChangeAspect="1"/>
          </p:cNvPicPr>
          <p:nvPr/>
        </p:nvPicPr>
        <p:blipFill>
          <a:blip r:embed="rId5"/>
          <a:stretch>
            <a:fillRect/>
          </a:stretch>
        </p:blipFill>
        <p:spPr>
          <a:xfrm>
            <a:off x="3611880" y="3342132"/>
            <a:ext cx="228600" cy="228600"/>
          </a:xfrm>
          <a:prstGeom prst="rect">
            <a:avLst/>
          </a:prstGeom>
        </p:spPr>
      </p:pic>
      <p:sp>
        <p:nvSpPr>
          <p:cNvPr id="34" name="Título Calidad"/>
          <p:cNvSpPr txBox="1"/>
          <p:nvPr/>
        </p:nvSpPr>
        <p:spPr>
          <a:xfrm>
            <a:off x="4091940" y="3227832"/>
            <a:ext cx="1600200" cy="457200"/>
          </a:xfrm>
          <a:prstGeom prst="rect">
            <a:avLst/>
          </a:prstGeom>
          <a:noFill/>
          <a:ln/>
        </p:spPr>
        <p:txBody>
          <a:bodyPr wrap="square" lIns="0" tIns="0" rIns="0" bIns="0" rtlCol="0" anchor="ctr"/>
          <a:lstStyle/>
          <a:p>
            <a:pPr indent="0" marL="0">
              <a:buNone/>
            </a:pPr>
            <a:r>
              <a:rPr lang="en-US" sz="1800" b="1" dirty="0">
                <a:solidFill>
                  <a:schemeClr val="tx1"/>
                </a:solidFill>
              </a:rPr>
              <a:t>Calidad</a:t>
            </a:r>
            <a:endParaRPr lang="en-US" sz="1800" dirty="0"/>
          </a:p>
        </p:txBody>
      </p:sp>
      <p:sp>
        <p:nvSpPr>
          <p:cNvPr id="35" name="Etiqueta NUnit"/>
          <p:cNvSpPr txBox="1"/>
          <p:nvPr/>
        </p:nvSpPr>
        <p:spPr>
          <a:xfrm>
            <a:off x="3497580" y="3840480"/>
            <a:ext cx="630936" cy="274320"/>
          </a:xfrm>
          <a:prstGeom prst="roundRect">
            <a:avLst>
              <a:gd name="adj" fmla="val 56667"/>
            </a:avLst>
          </a:prstGeom>
          <a:solidFill>
            <a:schemeClr val="accent5">
              <a:alpha val="18000"/>
            </a:schemeClr>
          </a:solidFill>
          <a:ln w="9525">
            <a:solidFill>
              <a:schemeClr val="accent5">
                <a:alpha val="45000"/>
              </a:schemeClr>
            </a:solidFill>
          </a:ln>
        </p:spPr>
        <p:txBody>
          <a:bodyPr wrap="square" lIns="0" tIns="0" rIns="0" bIns="0" rtlCol="0" anchor="ctr"/>
          <a:lstStyle/>
          <a:p>
            <a:pPr algn="ctr" indent="0" marL="0">
              <a:buNone/>
            </a:pPr>
            <a:r>
              <a:rPr lang="en-US" sz="1200" dirty="0">
                <a:solidFill>
                  <a:schemeClr val="tx1"/>
                </a:solidFill>
              </a:rPr>
              <a:t>NUnit</a:t>
            </a:r>
            <a:endParaRPr lang="en-US" sz="1200" dirty="0"/>
          </a:p>
        </p:txBody>
      </p:sp>
      <p:sp>
        <p:nvSpPr>
          <p:cNvPr id="36" name="Etiqueta Moq"/>
          <p:cNvSpPr txBox="1"/>
          <p:nvPr/>
        </p:nvSpPr>
        <p:spPr>
          <a:xfrm>
            <a:off x="4201668" y="3840480"/>
            <a:ext cx="493776" cy="274320"/>
          </a:xfrm>
          <a:prstGeom prst="roundRect">
            <a:avLst>
              <a:gd name="adj" fmla="val 56667"/>
            </a:avLst>
          </a:prstGeom>
          <a:solidFill>
            <a:schemeClr val="accent5">
              <a:alpha val="18000"/>
            </a:schemeClr>
          </a:solidFill>
          <a:ln w="9525">
            <a:solidFill>
              <a:schemeClr val="accent5">
                <a:alpha val="45000"/>
              </a:schemeClr>
            </a:solidFill>
          </a:ln>
        </p:spPr>
        <p:txBody>
          <a:bodyPr wrap="square" lIns="0" tIns="0" rIns="0" bIns="0" rtlCol="0" anchor="ctr"/>
          <a:lstStyle/>
          <a:p>
            <a:pPr algn="ctr" indent="0" marL="0">
              <a:buNone/>
            </a:pPr>
            <a:r>
              <a:rPr lang="en-US" sz="1200" dirty="0">
                <a:solidFill>
                  <a:schemeClr val="tx1"/>
                </a:solidFill>
              </a:rPr>
              <a:t>Moq</a:t>
            </a:r>
            <a:endParaRPr lang="en-US" sz="1200" dirty="0"/>
          </a:p>
        </p:txBody>
      </p:sp>
      <p:sp>
        <p:nvSpPr>
          <p:cNvPr id="37" name="Etiqueta Testcontainers"/>
          <p:cNvSpPr txBox="1"/>
          <p:nvPr/>
        </p:nvSpPr>
        <p:spPr>
          <a:xfrm>
            <a:off x="3497580" y="4187952"/>
            <a:ext cx="1280160" cy="274320"/>
          </a:xfrm>
          <a:prstGeom prst="roundRect">
            <a:avLst>
              <a:gd name="adj" fmla="val 56667"/>
            </a:avLst>
          </a:prstGeom>
          <a:solidFill>
            <a:schemeClr val="accent5">
              <a:alpha val="18000"/>
            </a:schemeClr>
          </a:solidFill>
          <a:ln w="9525">
            <a:solidFill>
              <a:schemeClr val="accent5">
                <a:alpha val="45000"/>
              </a:schemeClr>
            </a:solidFill>
          </a:ln>
        </p:spPr>
        <p:txBody>
          <a:bodyPr wrap="square" lIns="0" tIns="0" rIns="0" bIns="0" rtlCol="0" anchor="ctr"/>
          <a:lstStyle/>
          <a:p>
            <a:pPr algn="ctr" indent="0" marL="0">
              <a:buNone/>
            </a:pPr>
            <a:r>
              <a:rPr lang="en-US" sz="1200" dirty="0">
                <a:solidFill>
                  <a:schemeClr val="tx1"/>
                </a:solidFill>
              </a:rPr>
              <a:t>Testcontainers</a:t>
            </a:r>
            <a:endParaRPr lang="en-US" sz="1200" dirty="0"/>
          </a:p>
        </p:txBody>
      </p:sp>
      <p:sp>
        <p:nvSpPr>
          <p:cNvPr id="38" name="Tarjeta Nube"/>
          <p:cNvSpPr/>
          <p:nvPr/>
        </p:nvSpPr>
        <p:spPr>
          <a:xfrm>
            <a:off x="6080760" y="3063240"/>
            <a:ext cx="2514600" cy="1600200"/>
          </a:xfrm>
          <a:prstGeom prst="roundRect">
            <a:avLst>
              <a:gd name="adj" fmla="val 10286"/>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39" name="Icono Nube (fondo)"/>
          <p:cNvSpPr/>
          <p:nvPr/>
        </p:nvSpPr>
        <p:spPr>
          <a:xfrm>
            <a:off x="6263640" y="3227832"/>
            <a:ext cx="457200" cy="457200"/>
          </a:xfrm>
          <a:prstGeom prst="ellipse">
            <a:avLst/>
          </a:prstGeom>
          <a:solidFill>
            <a:schemeClr val="accent1">
              <a:alpha val="22000"/>
            </a:schemeClr>
          </a:solidFill>
          <a:ln/>
        </p:spPr>
      </p:sp>
      <p:pic>
        <p:nvPicPr>
          <p:cNvPr id="40" name="Icono Nube" descr="Icono Nube">    </p:cNvPr>
          <p:cNvPicPr>
            <a:picLocks noChangeAspect="1"/>
          </p:cNvPicPr>
          <p:nvPr/>
        </p:nvPicPr>
        <p:blipFill>
          <a:blip r:embed="rId6"/>
          <a:stretch>
            <a:fillRect/>
          </a:stretch>
        </p:blipFill>
        <p:spPr>
          <a:xfrm>
            <a:off x="6377940" y="3342132"/>
            <a:ext cx="228600" cy="228600"/>
          </a:xfrm>
          <a:prstGeom prst="rect">
            <a:avLst/>
          </a:prstGeom>
        </p:spPr>
      </p:pic>
      <p:sp>
        <p:nvSpPr>
          <p:cNvPr id="41" name="Título Nube"/>
          <p:cNvSpPr txBox="1"/>
          <p:nvPr/>
        </p:nvSpPr>
        <p:spPr>
          <a:xfrm>
            <a:off x="6858000" y="3227832"/>
            <a:ext cx="1600200" cy="457200"/>
          </a:xfrm>
          <a:prstGeom prst="rect">
            <a:avLst/>
          </a:prstGeom>
          <a:noFill/>
          <a:ln/>
        </p:spPr>
        <p:txBody>
          <a:bodyPr wrap="square" lIns="0" tIns="0" rIns="0" bIns="0" rtlCol="0" anchor="ctr"/>
          <a:lstStyle/>
          <a:p>
            <a:pPr indent="0" marL="0">
              <a:buNone/>
            </a:pPr>
            <a:r>
              <a:rPr lang="en-US" sz="1800" b="1" dirty="0">
                <a:solidFill>
                  <a:schemeClr val="tx1"/>
                </a:solidFill>
              </a:rPr>
              <a:t>Nube</a:t>
            </a:r>
            <a:endParaRPr lang="en-US" sz="1800" dirty="0"/>
          </a:p>
        </p:txBody>
      </p:sp>
      <p:sp>
        <p:nvSpPr>
          <p:cNvPr id="42" name="Etiqueta Azure"/>
          <p:cNvSpPr txBox="1"/>
          <p:nvPr/>
        </p:nvSpPr>
        <p:spPr>
          <a:xfrm>
            <a:off x="6263640" y="3840480"/>
            <a:ext cx="630936" cy="274320"/>
          </a:xfrm>
          <a:prstGeom prst="roundRect">
            <a:avLst>
              <a:gd name="adj" fmla="val 56667"/>
            </a:avLst>
          </a:prstGeom>
          <a:solidFill>
            <a:schemeClr val="accent6">
              <a:alpha val="18000"/>
            </a:schemeClr>
          </a:solidFill>
          <a:ln w="9525">
            <a:solidFill>
              <a:schemeClr val="accent6">
                <a:alpha val="45000"/>
              </a:schemeClr>
            </a:solidFill>
          </a:ln>
        </p:spPr>
        <p:txBody>
          <a:bodyPr wrap="square" lIns="0" tIns="0" rIns="0" bIns="0" rtlCol="0" anchor="ctr"/>
          <a:lstStyle/>
          <a:p>
            <a:pPr algn="ctr" indent="0" marL="0">
              <a:buNone/>
            </a:pPr>
            <a:r>
              <a:rPr lang="en-US" sz="1200" dirty="0">
                <a:solidFill>
                  <a:schemeClr val="tx1"/>
                </a:solidFill>
              </a:rPr>
              <a:t>Azure</a:t>
            </a:r>
            <a:endParaRPr lang="en-US" sz="1200" dirty="0"/>
          </a:p>
        </p:txBody>
      </p:sp>
      <p:sp>
        <p:nvSpPr>
          <p:cNvPr id="43" name="Etiqueta Terraform"/>
          <p:cNvSpPr txBox="1"/>
          <p:nvPr/>
        </p:nvSpPr>
        <p:spPr>
          <a:xfrm>
            <a:off x="6967728" y="3840480"/>
            <a:ext cx="923544" cy="274320"/>
          </a:xfrm>
          <a:prstGeom prst="roundRect">
            <a:avLst>
              <a:gd name="adj" fmla="val 56667"/>
            </a:avLst>
          </a:prstGeom>
          <a:solidFill>
            <a:schemeClr val="accent6">
              <a:alpha val="18000"/>
            </a:schemeClr>
          </a:solidFill>
          <a:ln w="9525">
            <a:solidFill>
              <a:schemeClr val="accent6">
                <a:alpha val="45000"/>
              </a:schemeClr>
            </a:solidFill>
          </a:ln>
        </p:spPr>
        <p:txBody>
          <a:bodyPr wrap="square" lIns="0" tIns="0" rIns="0" bIns="0" rtlCol="0" anchor="ctr"/>
          <a:lstStyle/>
          <a:p>
            <a:pPr algn="ctr" indent="0" marL="0">
              <a:buNone/>
            </a:pPr>
            <a:r>
              <a:rPr lang="en-US" sz="1200" dirty="0">
                <a:solidFill>
                  <a:schemeClr val="tx1"/>
                </a:solidFill>
              </a:rPr>
              <a:t>Terraform</a:t>
            </a:r>
            <a:endParaRPr lang="en-US" sz="1200" dirty="0"/>
          </a:p>
        </p:txBody>
      </p:sp>
      <p:sp>
        <p:nvSpPr>
          <p:cNvPr id="44" name="Nota Nube"/>
          <p:cNvSpPr txBox="1"/>
          <p:nvPr/>
        </p:nvSpPr>
        <p:spPr>
          <a:xfrm>
            <a:off x="6263640" y="4224528"/>
            <a:ext cx="2148840" cy="274320"/>
          </a:xfrm>
          <a:prstGeom prst="rect">
            <a:avLst/>
          </a:prstGeom>
          <a:noFill/>
          <a:ln/>
        </p:spPr>
        <p:txBody>
          <a:bodyPr wrap="square" lIns="0" tIns="0" rIns="0" bIns="0" rtlCol="0" anchor="t"/>
          <a:lstStyle/>
          <a:p>
            <a:pPr indent="0" marL="0">
              <a:buNone/>
            </a:pPr>
            <a:r>
              <a:rPr lang="en-US" sz="1200" dirty="0">
                <a:solidFill>
                  <a:srgbClr val="94A3B8"/>
                </a:solidFill>
              </a:rPr>
              <a:t>Infraestructura como código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Mancha menta"/>
          <p:cNvSpPr/>
          <p:nvPr/>
        </p:nvSpPr>
        <p:spPr>
          <a:xfrm>
            <a:off x="-1188720" y="3200400"/>
            <a:ext cx="3291840" cy="3291840"/>
          </a:xfrm>
          <a:prstGeom prst="ellipse">
            <a:avLst/>
          </a:prstGeom>
          <a:solidFill>
            <a:schemeClr val="accent3">
              <a:alpha val="10000"/>
            </a:schemeClr>
          </a:solidFill>
          <a:ln/>
        </p:spPr>
      </p:sp>
      <p:sp>
        <p:nvSpPr>
          <p:cNvPr id="3"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600" b="1" dirty="0">
                <a:solidFill>
                  <a:schemeClr val="tx1"/>
                </a:solidFill>
              </a:rPr>
              <a:t>Bien cimentado</a:t>
            </a:r>
            <a:endParaRPr lang="en-US" sz="3600" dirty="0"/>
          </a:p>
        </p:txBody>
      </p:sp>
      <p:sp>
        <p:nvSpPr>
          <p:cNvPr id="4" name="Dato 18"/>
          <p:cNvSpPr/>
          <p:nvPr/>
        </p:nvSpPr>
        <p:spPr>
          <a:xfrm>
            <a:off x="548640" y="1325880"/>
            <a:ext cx="2514600" cy="1691640"/>
          </a:xfrm>
          <a:prstGeom prst="roundRect">
            <a:avLst>
              <a:gd name="adj" fmla="val 9730"/>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5" name="Cifra 18"/>
          <p:cNvSpPr txBox="1"/>
          <p:nvPr/>
        </p:nvSpPr>
        <p:spPr>
          <a:xfrm>
            <a:off x="777240" y="1463040"/>
            <a:ext cx="2057400" cy="86868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18</a:t>
            </a:r>
            <a:endParaRPr lang="en-US" sz="4800" dirty="0"/>
          </a:p>
        </p:txBody>
      </p:sp>
      <p:sp>
        <p:nvSpPr>
          <p:cNvPr id="6" name="Etiqueta 18"/>
          <p:cNvSpPr txBox="1"/>
          <p:nvPr/>
        </p:nvSpPr>
        <p:spPr>
          <a:xfrm>
            <a:off x="777240" y="2377440"/>
            <a:ext cx="2057400" cy="548640"/>
          </a:xfrm>
          <a:prstGeom prst="rect">
            <a:avLst/>
          </a:prstGeom>
          <a:noFill/>
          <a:ln/>
        </p:spPr>
        <p:txBody>
          <a:bodyPr wrap="square" lIns="0" tIns="0" rIns="0" bIns="0" rtlCol="0" anchor="t"/>
          <a:lstStyle/>
          <a:p>
            <a:pPr indent="0" marL="0">
              <a:buNone/>
            </a:pPr>
            <a:r>
              <a:rPr lang="en-US" sz="1400" dirty="0">
                <a:solidFill>
                  <a:schemeClr val="tx2"/>
                </a:solidFill>
              </a:rPr>
              <a:t>módulos, uno por cada parte de la app</a:t>
            </a:r>
            <a:endParaRPr lang="en-US" sz="1400" dirty="0"/>
          </a:p>
        </p:txBody>
      </p:sp>
      <p:sp>
        <p:nvSpPr>
          <p:cNvPr id="7" name="Dato 1.253"/>
          <p:cNvSpPr/>
          <p:nvPr/>
        </p:nvSpPr>
        <p:spPr>
          <a:xfrm>
            <a:off x="3314700" y="1325880"/>
            <a:ext cx="2514600" cy="1691640"/>
          </a:xfrm>
          <a:prstGeom prst="roundRect">
            <a:avLst>
              <a:gd name="adj" fmla="val 9730"/>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8" name="Cifra 1.253"/>
          <p:cNvSpPr txBox="1"/>
          <p:nvPr/>
        </p:nvSpPr>
        <p:spPr>
          <a:xfrm>
            <a:off x="3543300" y="1463040"/>
            <a:ext cx="2057400" cy="86868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1.253</a:t>
            </a:r>
            <a:endParaRPr lang="en-US" sz="4800" dirty="0"/>
          </a:p>
        </p:txBody>
      </p:sp>
      <p:sp>
        <p:nvSpPr>
          <p:cNvPr id="9" name="Etiqueta 1.253"/>
          <p:cNvSpPr txBox="1"/>
          <p:nvPr/>
        </p:nvSpPr>
        <p:spPr>
          <a:xfrm>
            <a:off x="3543300" y="2377440"/>
            <a:ext cx="2057400" cy="548640"/>
          </a:xfrm>
          <a:prstGeom prst="rect">
            <a:avLst/>
          </a:prstGeom>
          <a:noFill/>
          <a:ln/>
        </p:spPr>
        <p:txBody>
          <a:bodyPr wrap="square" lIns="0" tIns="0" rIns="0" bIns="0" rtlCol="0" anchor="t"/>
          <a:lstStyle/>
          <a:p>
            <a:pPr indent="0" marL="0">
              <a:buNone/>
            </a:pPr>
            <a:r>
              <a:rPr lang="en-US" sz="1400" dirty="0">
                <a:solidFill>
                  <a:schemeClr val="tx2"/>
                </a:solidFill>
              </a:rPr>
              <a:t>tests automáticos</a:t>
            </a:r>
            <a:endParaRPr lang="en-US" sz="1400" dirty="0"/>
          </a:p>
        </p:txBody>
      </p:sp>
      <p:sp>
        <p:nvSpPr>
          <p:cNvPr id="10" name="Dato 18.197"/>
          <p:cNvSpPr/>
          <p:nvPr/>
        </p:nvSpPr>
        <p:spPr>
          <a:xfrm>
            <a:off x="6080760" y="1325880"/>
            <a:ext cx="2514600" cy="1691640"/>
          </a:xfrm>
          <a:prstGeom prst="roundRect">
            <a:avLst>
              <a:gd name="adj" fmla="val 9730"/>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11" name="Cifra 18.197"/>
          <p:cNvSpPr txBox="1"/>
          <p:nvPr/>
        </p:nvSpPr>
        <p:spPr>
          <a:xfrm>
            <a:off x="6309360" y="1463040"/>
            <a:ext cx="2057400" cy="86868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18.197</a:t>
            </a:r>
            <a:endParaRPr lang="en-US" sz="4800" dirty="0"/>
          </a:p>
        </p:txBody>
      </p:sp>
      <p:sp>
        <p:nvSpPr>
          <p:cNvPr id="12" name="Etiqueta 18.197"/>
          <p:cNvSpPr txBox="1"/>
          <p:nvPr/>
        </p:nvSpPr>
        <p:spPr>
          <a:xfrm>
            <a:off x="6309360" y="2377440"/>
            <a:ext cx="2057400" cy="548640"/>
          </a:xfrm>
          <a:prstGeom prst="rect">
            <a:avLst/>
          </a:prstGeom>
          <a:noFill/>
          <a:ln/>
        </p:spPr>
        <p:txBody>
          <a:bodyPr wrap="square" lIns="0" tIns="0" rIns="0" bIns="0" rtlCol="0" anchor="t"/>
          <a:lstStyle/>
          <a:p>
            <a:pPr indent="0" marL="0">
              <a:buNone/>
            </a:pPr>
            <a:r>
              <a:rPr lang="en-US" sz="1400" dirty="0">
                <a:solidFill>
                  <a:schemeClr val="tx2"/>
                </a:solidFill>
              </a:rPr>
              <a:t>colegios oficiales cargados</a:t>
            </a:r>
            <a:endParaRPr lang="en-US" sz="1400" dirty="0"/>
          </a:p>
        </p:txBody>
      </p:sp>
      <p:sp>
        <p:nvSpPr>
          <p:cNvPr id="13" name="Tarjeta Sesión segura"/>
          <p:cNvSpPr/>
          <p:nvPr/>
        </p:nvSpPr>
        <p:spPr>
          <a:xfrm>
            <a:off x="548640" y="3200400"/>
            <a:ext cx="2514600" cy="1417320"/>
          </a:xfrm>
          <a:prstGeom prst="roundRect">
            <a:avLst>
              <a:gd name="adj" fmla="val 11613"/>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14" name="Icono Sesión segura (fondo)"/>
          <p:cNvSpPr/>
          <p:nvPr/>
        </p:nvSpPr>
        <p:spPr>
          <a:xfrm>
            <a:off x="731520" y="3337560"/>
            <a:ext cx="457200" cy="457200"/>
          </a:xfrm>
          <a:prstGeom prst="ellipse">
            <a:avLst/>
          </a:prstGeom>
          <a:solidFill>
            <a:schemeClr val="accent4">
              <a:alpha val="22000"/>
            </a:schemeClr>
          </a:solidFill>
          <a:ln/>
        </p:spPr>
      </p:sp>
      <p:pic>
        <p:nvPicPr>
          <p:cNvPr id="15" name="Icono Sesión segura" descr="Icono Sesión segura">    </p:cNvPr>
          <p:cNvPicPr>
            <a:picLocks noChangeAspect="1"/>
          </p:cNvPicPr>
          <p:nvPr/>
        </p:nvPicPr>
        <p:blipFill>
          <a:blip r:embed="rId1"/>
          <a:stretch>
            <a:fillRect/>
          </a:stretch>
        </p:blipFill>
        <p:spPr>
          <a:xfrm>
            <a:off x="845820" y="3451860"/>
            <a:ext cx="228600" cy="228600"/>
          </a:xfrm>
          <a:prstGeom prst="rect">
            <a:avLst/>
          </a:prstGeom>
        </p:spPr>
      </p:pic>
      <p:sp>
        <p:nvSpPr>
          <p:cNvPr id="16" name="Título Sesión segura"/>
          <p:cNvSpPr txBox="1"/>
          <p:nvPr/>
        </p:nvSpPr>
        <p:spPr>
          <a:xfrm>
            <a:off x="1325880" y="3337560"/>
            <a:ext cx="1600200" cy="457200"/>
          </a:xfrm>
          <a:prstGeom prst="rect">
            <a:avLst/>
          </a:prstGeom>
          <a:noFill/>
          <a:ln/>
        </p:spPr>
        <p:txBody>
          <a:bodyPr wrap="square" lIns="0" tIns="0" rIns="0" bIns="0" rtlCol="0" anchor="ctr"/>
          <a:lstStyle/>
          <a:p>
            <a:pPr indent="0" marL="0">
              <a:buNone/>
            </a:pPr>
            <a:r>
              <a:rPr lang="en-US" sz="1600" b="1" dirty="0">
                <a:solidFill>
                  <a:schemeClr val="tx1"/>
                </a:solidFill>
              </a:rPr>
              <a:t>Sesión segura</a:t>
            </a:r>
            <a:endParaRPr lang="en-US" sz="1600" dirty="0"/>
          </a:p>
        </p:txBody>
      </p:sp>
      <p:sp>
        <p:nvSpPr>
          <p:cNvPr id="17" name="Texto Sesión segura"/>
          <p:cNvSpPr txBox="1"/>
          <p:nvPr/>
        </p:nvSpPr>
        <p:spPr>
          <a:xfrm>
            <a:off x="731520" y="3931920"/>
            <a:ext cx="2148840" cy="594360"/>
          </a:xfrm>
          <a:prstGeom prst="rect">
            <a:avLst/>
          </a:prstGeom>
          <a:noFill/>
          <a:ln/>
        </p:spPr>
        <p:txBody>
          <a:bodyPr wrap="square" lIns="0" tIns="0" rIns="0" bIns="0" rtlCol="0" anchor="t"/>
          <a:lstStyle/>
          <a:p>
            <a:pPr indent="0" marL="0">
              <a:buNone/>
            </a:pPr>
            <a:r>
              <a:rPr lang="en-US" sz="1400" dirty="0">
                <a:solidFill>
                  <a:schemeClr val="tx2"/>
                </a:solidFill>
              </a:rPr>
              <a:t>Inicio de sesión con JWT y cookie de refresco.</a:t>
            </a:r>
            <a:endParaRPr lang="en-US" sz="1400" dirty="0"/>
          </a:p>
        </p:txBody>
      </p:sp>
      <p:sp>
        <p:nvSpPr>
          <p:cNvPr id="18" name="Tarjeta API sincronizada"/>
          <p:cNvSpPr/>
          <p:nvPr/>
        </p:nvSpPr>
        <p:spPr>
          <a:xfrm>
            <a:off x="3314700" y="3200400"/>
            <a:ext cx="2514600" cy="1417320"/>
          </a:xfrm>
          <a:prstGeom prst="roundRect">
            <a:avLst>
              <a:gd name="adj" fmla="val 11613"/>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19" name="Icono API sincronizada (fondo)"/>
          <p:cNvSpPr/>
          <p:nvPr/>
        </p:nvSpPr>
        <p:spPr>
          <a:xfrm>
            <a:off x="3497580" y="3337560"/>
            <a:ext cx="457200" cy="457200"/>
          </a:xfrm>
          <a:prstGeom prst="ellipse">
            <a:avLst/>
          </a:prstGeom>
          <a:solidFill>
            <a:schemeClr val="accent5">
              <a:alpha val="22000"/>
            </a:schemeClr>
          </a:solidFill>
          <a:ln/>
        </p:spPr>
      </p:sp>
      <p:pic>
        <p:nvPicPr>
          <p:cNvPr id="20" name="Icono API sincronizada" descr="Icono API sincronizada">    </p:cNvPr>
          <p:cNvPicPr>
            <a:picLocks noChangeAspect="1"/>
          </p:cNvPicPr>
          <p:nvPr/>
        </p:nvPicPr>
        <p:blipFill>
          <a:blip r:embed="rId2"/>
          <a:stretch>
            <a:fillRect/>
          </a:stretch>
        </p:blipFill>
        <p:spPr>
          <a:xfrm>
            <a:off x="3611880" y="3451860"/>
            <a:ext cx="228600" cy="228600"/>
          </a:xfrm>
          <a:prstGeom prst="rect">
            <a:avLst/>
          </a:prstGeom>
        </p:spPr>
      </p:pic>
      <p:sp>
        <p:nvSpPr>
          <p:cNvPr id="21" name="Título API sincronizada"/>
          <p:cNvSpPr txBox="1"/>
          <p:nvPr/>
        </p:nvSpPr>
        <p:spPr>
          <a:xfrm>
            <a:off x="4091940" y="3337560"/>
            <a:ext cx="1600200" cy="457200"/>
          </a:xfrm>
          <a:prstGeom prst="rect">
            <a:avLst/>
          </a:prstGeom>
          <a:noFill/>
          <a:ln/>
        </p:spPr>
        <p:txBody>
          <a:bodyPr wrap="square" lIns="0" tIns="0" rIns="0" bIns="0" rtlCol="0" anchor="ctr"/>
          <a:lstStyle/>
          <a:p>
            <a:pPr indent="0" marL="0">
              <a:buNone/>
            </a:pPr>
            <a:r>
              <a:rPr lang="en-US" sz="1600" b="1" dirty="0">
                <a:solidFill>
                  <a:schemeClr val="tx1"/>
                </a:solidFill>
              </a:rPr>
              <a:t>API sincronizada</a:t>
            </a:r>
            <a:endParaRPr lang="en-US" sz="1600" dirty="0"/>
          </a:p>
        </p:txBody>
      </p:sp>
      <p:sp>
        <p:nvSpPr>
          <p:cNvPr id="22" name="Texto API sincronizada"/>
          <p:cNvSpPr txBox="1"/>
          <p:nvPr/>
        </p:nvSpPr>
        <p:spPr>
          <a:xfrm>
            <a:off x="3497580" y="3931920"/>
            <a:ext cx="2148840" cy="594360"/>
          </a:xfrm>
          <a:prstGeom prst="rect">
            <a:avLst/>
          </a:prstGeom>
          <a:noFill/>
          <a:ln/>
        </p:spPr>
        <p:txBody>
          <a:bodyPr wrap="square" lIns="0" tIns="0" rIns="0" bIns="0" rtlCol="0" anchor="t"/>
          <a:lstStyle/>
          <a:p>
            <a:pPr indent="0" marL="0">
              <a:buNone/>
            </a:pPr>
            <a:r>
              <a:rPr lang="en-US" sz="1400" dirty="0">
                <a:solidFill>
                  <a:schemeClr val="tx2"/>
                </a:solidFill>
              </a:rPr>
              <a:t>El cliente de la API se genera solo con NSwag.</a:t>
            </a:r>
            <a:endParaRPr lang="en-US" sz="1400" dirty="0"/>
          </a:p>
        </p:txBody>
      </p:sp>
      <p:sp>
        <p:nvSpPr>
          <p:cNvPr id="23" name="Tarjeta Nube como código"/>
          <p:cNvSpPr/>
          <p:nvPr/>
        </p:nvSpPr>
        <p:spPr>
          <a:xfrm>
            <a:off x="6080760" y="3200400"/>
            <a:ext cx="2514600" cy="1417320"/>
          </a:xfrm>
          <a:prstGeom prst="roundRect">
            <a:avLst>
              <a:gd name="adj" fmla="val 11613"/>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24" name="Icono Nube como código (fondo)"/>
          <p:cNvSpPr/>
          <p:nvPr/>
        </p:nvSpPr>
        <p:spPr>
          <a:xfrm>
            <a:off x="6263640" y="3337560"/>
            <a:ext cx="457200" cy="457200"/>
          </a:xfrm>
          <a:prstGeom prst="ellipse">
            <a:avLst/>
          </a:prstGeom>
          <a:solidFill>
            <a:schemeClr val="accent1">
              <a:alpha val="22000"/>
            </a:schemeClr>
          </a:solidFill>
          <a:ln/>
        </p:spPr>
      </p:sp>
      <p:pic>
        <p:nvPicPr>
          <p:cNvPr id="25" name="Icono Nube como código" descr="Icono Nube como código">    </p:cNvPr>
          <p:cNvPicPr>
            <a:picLocks noChangeAspect="1"/>
          </p:cNvPicPr>
          <p:nvPr/>
        </p:nvPicPr>
        <p:blipFill>
          <a:blip r:embed="rId3"/>
          <a:stretch>
            <a:fillRect/>
          </a:stretch>
        </p:blipFill>
        <p:spPr>
          <a:xfrm>
            <a:off x="6377940" y="3451860"/>
            <a:ext cx="228600" cy="228600"/>
          </a:xfrm>
          <a:prstGeom prst="rect">
            <a:avLst/>
          </a:prstGeom>
        </p:spPr>
      </p:pic>
      <p:sp>
        <p:nvSpPr>
          <p:cNvPr id="26" name="Título Nube como código"/>
          <p:cNvSpPr txBox="1"/>
          <p:nvPr/>
        </p:nvSpPr>
        <p:spPr>
          <a:xfrm>
            <a:off x="6858000" y="3337560"/>
            <a:ext cx="1600200" cy="457200"/>
          </a:xfrm>
          <a:prstGeom prst="rect">
            <a:avLst/>
          </a:prstGeom>
          <a:noFill/>
          <a:ln/>
        </p:spPr>
        <p:txBody>
          <a:bodyPr wrap="square" lIns="0" tIns="0" rIns="0" bIns="0" rtlCol="0" anchor="ctr"/>
          <a:lstStyle/>
          <a:p>
            <a:pPr indent="0" marL="0">
              <a:buNone/>
            </a:pPr>
            <a:r>
              <a:rPr lang="en-US" sz="1600" b="1" dirty="0">
                <a:solidFill>
                  <a:schemeClr val="tx1"/>
                </a:solidFill>
              </a:rPr>
              <a:t>Nube como código</a:t>
            </a:r>
            <a:endParaRPr lang="en-US" sz="1600" dirty="0"/>
          </a:p>
        </p:txBody>
      </p:sp>
      <p:sp>
        <p:nvSpPr>
          <p:cNvPr id="27" name="Texto Nube como código"/>
          <p:cNvSpPr txBox="1"/>
          <p:nvPr/>
        </p:nvSpPr>
        <p:spPr>
          <a:xfrm>
            <a:off x="6263640" y="3931920"/>
            <a:ext cx="2148840" cy="594360"/>
          </a:xfrm>
          <a:prstGeom prst="rect">
            <a:avLst/>
          </a:prstGeom>
          <a:noFill/>
          <a:ln/>
        </p:spPr>
        <p:txBody>
          <a:bodyPr wrap="square" lIns="0" tIns="0" rIns="0" bIns="0" rtlCol="0" anchor="t"/>
          <a:lstStyle/>
          <a:p>
            <a:pPr indent="0" marL="0">
              <a:buNone/>
            </a:pPr>
            <a:r>
              <a:rPr lang="en-US" sz="1400" dirty="0">
                <a:solidFill>
                  <a:schemeClr val="tx2"/>
                </a:solidFill>
              </a:rPr>
              <a:t>Despliegue en Azure definido con Terraform.</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Mancha rosa"/>
          <p:cNvSpPr/>
          <p:nvPr/>
        </p:nvSpPr>
        <p:spPr>
          <a:xfrm>
            <a:off x="7040880" y="3017520"/>
            <a:ext cx="3291840" cy="3291840"/>
          </a:xfrm>
          <a:prstGeom prst="ellipse">
            <a:avLst/>
          </a:prstGeom>
          <a:solidFill>
            <a:schemeClr val="accent2">
              <a:alpha val="10000"/>
            </a:schemeClr>
          </a:solidFill>
          <a:ln/>
        </p:spPr>
      </p:sp>
      <p:sp>
        <p:nvSpPr>
          <p:cNvPr id="3"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600" b="1" dirty="0">
                <a:solidFill>
                  <a:schemeClr val="tx1"/>
                </a:solidFill>
              </a:rPr>
              <a:t>Lo que viene</a:t>
            </a:r>
            <a:endParaRPr lang="en-US" sz="3600" dirty="0"/>
          </a:p>
        </p:txBody>
      </p:sp>
      <p:sp>
        <p:nvSpPr>
          <p:cNvPr id="4" name="Tarjeta Segundo tutor"/>
          <p:cNvSpPr/>
          <p:nvPr/>
        </p:nvSpPr>
        <p:spPr>
          <a:xfrm>
            <a:off x="548640" y="1554480"/>
            <a:ext cx="2514600" cy="2514600"/>
          </a:xfrm>
          <a:prstGeom prst="roundRect">
            <a:avLst>
              <a:gd name="adj" fmla="val 6545"/>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5" name="Icono Segundo tutor (fondo)"/>
          <p:cNvSpPr/>
          <p:nvPr/>
        </p:nvSpPr>
        <p:spPr>
          <a:xfrm>
            <a:off x="822960" y="1783080"/>
            <a:ext cx="731520" cy="731520"/>
          </a:xfrm>
          <a:prstGeom prst="ellipse">
            <a:avLst/>
          </a:prstGeom>
          <a:solidFill>
            <a:schemeClr val="accent2">
              <a:alpha val="22000"/>
            </a:schemeClr>
          </a:solidFill>
          <a:ln/>
        </p:spPr>
      </p:sp>
      <p:pic>
        <p:nvPicPr>
          <p:cNvPr id="6" name="Icono Segundo tutor" descr="Icono Segundo tutor">    </p:cNvPr>
          <p:cNvPicPr>
            <a:picLocks noChangeAspect="1"/>
          </p:cNvPicPr>
          <p:nvPr/>
        </p:nvPicPr>
        <p:blipFill>
          <a:blip r:embed="rId1"/>
          <a:stretch>
            <a:fillRect/>
          </a:stretch>
        </p:blipFill>
        <p:spPr>
          <a:xfrm>
            <a:off x="1005840" y="1965960"/>
            <a:ext cx="365760" cy="365760"/>
          </a:xfrm>
          <a:prstGeom prst="rect">
            <a:avLst/>
          </a:prstGeom>
        </p:spPr>
      </p:pic>
      <p:sp>
        <p:nvSpPr>
          <p:cNvPr id="7" name="Título Segundo tutor"/>
          <p:cNvSpPr txBox="1"/>
          <p:nvPr/>
        </p:nvSpPr>
        <p:spPr>
          <a:xfrm>
            <a:off x="822960" y="2697480"/>
            <a:ext cx="1965960" cy="365760"/>
          </a:xfrm>
          <a:prstGeom prst="rect">
            <a:avLst/>
          </a:prstGeom>
          <a:noFill/>
          <a:ln/>
        </p:spPr>
        <p:txBody>
          <a:bodyPr wrap="square" lIns="0" tIns="0" rIns="0" bIns="0" rtlCol="0" anchor="t"/>
          <a:lstStyle/>
          <a:p>
            <a:pPr indent="0" marL="0">
              <a:buNone/>
            </a:pPr>
            <a:r>
              <a:rPr lang="en-US" sz="2000" b="1" dirty="0">
                <a:solidFill>
                  <a:schemeClr val="tx1"/>
                </a:solidFill>
              </a:rPr>
              <a:t>Segundo tutor</a:t>
            </a:r>
            <a:endParaRPr lang="en-US" sz="2000" dirty="0"/>
          </a:p>
        </p:txBody>
      </p:sp>
      <p:sp>
        <p:nvSpPr>
          <p:cNvPr id="8" name="Texto Segundo tutor"/>
          <p:cNvSpPr txBox="1"/>
          <p:nvPr/>
        </p:nvSpPr>
        <p:spPr>
          <a:xfrm>
            <a:off x="822960" y="3154680"/>
            <a:ext cx="1965960" cy="777240"/>
          </a:xfrm>
          <a:prstGeom prst="rect">
            <a:avLst/>
          </a:prstGeom>
          <a:noFill/>
          <a:ln/>
        </p:spPr>
        <p:txBody>
          <a:bodyPr wrap="square" lIns="0" tIns="0" rIns="0" bIns="0" rtlCol="0" anchor="t"/>
          <a:lstStyle/>
          <a:p>
            <a:pPr indent="0" marL="0">
              <a:buNone/>
            </a:pPr>
            <a:r>
              <a:rPr lang="en-US" sz="1600" dirty="0">
                <a:solidFill>
                  <a:schemeClr val="tx2"/>
                </a:solidFill>
              </a:rPr>
              <a:t>Que se una a un niño con una invitación.</a:t>
            </a:r>
            <a:endParaRPr lang="en-US" sz="1600" dirty="0"/>
          </a:p>
        </p:txBody>
      </p:sp>
      <p:sp>
        <p:nvSpPr>
          <p:cNvPr id="9" name="Tarjeta Notificaciones"/>
          <p:cNvSpPr/>
          <p:nvPr/>
        </p:nvSpPr>
        <p:spPr>
          <a:xfrm>
            <a:off x="3314700" y="1554480"/>
            <a:ext cx="2514600" cy="2514600"/>
          </a:xfrm>
          <a:prstGeom prst="roundRect">
            <a:avLst>
              <a:gd name="adj" fmla="val 6545"/>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10" name="Icono Notificaciones (fondo)"/>
          <p:cNvSpPr/>
          <p:nvPr/>
        </p:nvSpPr>
        <p:spPr>
          <a:xfrm>
            <a:off x="3589020" y="1783080"/>
            <a:ext cx="731520" cy="731520"/>
          </a:xfrm>
          <a:prstGeom prst="ellipse">
            <a:avLst/>
          </a:prstGeom>
          <a:solidFill>
            <a:schemeClr val="accent5">
              <a:alpha val="22000"/>
            </a:schemeClr>
          </a:solidFill>
          <a:ln/>
        </p:spPr>
      </p:sp>
      <p:pic>
        <p:nvPicPr>
          <p:cNvPr id="11" name="Icono Notificaciones" descr="Icono Notificaciones">    </p:cNvPr>
          <p:cNvPicPr>
            <a:picLocks noChangeAspect="1"/>
          </p:cNvPicPr>
          <p:nvPr/>
        </p:nvPicPr>
        <p:blipFill>
          <a:blip r:embed="rId2"/>
          <a:stretch>
            <a:fillRect/>
          </a:stretch>
        </p:blipFill>
        <p:spPr>
          <a:xfrm>
            <a:off x="3771900" y="1965960"/>
            <a:ext cx="365760" cy="365760"/>
          </a:xfrm>
          <a:prstGeom prst="rect">
            <a:avLst/>
          </a:prstGeom>
        </p:spPr>
      </p:pic>
      <p:sp>
        <p:nvSpPr>
          <p:cNvPr id="12" name="Título Notificaciones"/>
          <p:cNvSpPr txBox="1"/>
          <p:nvPr/>
        </p:nvSpPr>
        <p:spPr>
          <a:xfrm>
            <a:off x="3589020" y="2697480"/>
            <a:ext cx="1965960" cy="365760"/>
          </a:xfrm>
          <a:prstGeom prst="rect">
            <a:avLst/>
          </a:prstGeom>
          <a:noFill/>
          <a:ln/>
        </p:spPr>
        <p:txBody>
          <a:bodyPr wrap="square" lIns="0" tIns="0" rIns="0" bIns="0" rtlCol="0" anchor="t"/>
          <a:lstStyle/>
          <a:p>
            <a:pPr indent="0" marL="0">
              <a:buNone/>
            </a:pPr>
            <a:r>
              <a:rPr lang="en-US" sz="2000" b="1" dirty="0">
                <a:solidFill>
                  <a:schemeClr val="tx1"/>
                </a:solidFill>
              </a:rPr>
              <a:t>Notificaciones</a:t>
            </a:r>
            <a:endParaRPr lang="en-US" sz="2000" dirty="0"/>
          </a:p>
        </p:txBody>
      </p:sp>
      <p:sp>
        <p:nvSpPr>
          <p:cNvPr id="13" name="Texto Notificaciones"/>
          <p:cNvSpPr txBox="1"/>
          <p:nvPr/>
        </p:nvSpPr>
        <p:spPr>
          <a:xfrm>
            <a:off x="3589020" y="3154680"/>
            <a:ext cx="1965960" cy="777240"/>
          </a:xfrm>
          <a:prstGeom prst="rect">
            <a:avLst/>
          </a:prstGeom>
          <a:noFill/>
          <a:ln/>
        </p:spPr>
        <p:txBody>
          <a:bodyPr wrap="square" lIns="0" tIns="0" rIns="0" bIns="0" rtlCol="0" anchor="t"/>
          <a:lstStyle/>
          <a:p>
            <a:pPr indent="0" marL="0">
              <a:buNone/>
            </a:pPr>
            <a:r>
              <a:rPr lang="en-US" sz="1600" dirty="0">
                <a:solidFill>
                  <a:schemeClr val="tx2"/>
                </a:solidFill>
              </a:rPr>
              <a:t>Para que no se escape nada importante.</a:t>
            </a:r>
            <a:endParaRPr lang="en-US" sz="1600" dirty="0"/>
          </a:p>
        </p:txBody>
      </p:sp>
      <p:sp>
        <p:nvSpPr>
          <p:cNvPr id="14" name="Tarjeta Editar y borrar"/>
          <p:cNvSpPr/>
          <p:nvPr/>
        </p:nvSpPr>
        <p:spPr>
          <a:xfrm>
            <a:off x="6080760" y="1554480"/>
            <a:ext cx="2514600" cy="2514600"/>
          </a:xfrm>
          <a:prstGeom prst="roundRect">
            <a:avLst>
              <a:gd name="adj" fmla="val 6545"/>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15" name="Icono Editar y borrar (fondo)"/>
          <p:cNvSpPr/>
          <p:nvPr/>
        </p:nvSpPr>
        <p:spPr>
          <a:xfrm>
            <a:off x="6355080" y="1783080"/>
            <a:ext cx="731520" cy="731520"/>
          </a:xfrm>
          <a:prstGeom prst="ellipse">
            <a:avLst/>
          </a:prstGeom>
          <a:solidFill>
            <a:schemeClr val="accent3">
              <a:alpha val="22000"/>
            </a:schemeClr>
          </a:solidFill>
          <a:ln/>
        </p:spPr>
      </p:sp>
      <p:pic>
        <p:nvPicPr>
          <p:cNvPr id="16" name="Icono Editar y borrar" descr="Icono Editar y borrar">    </p:cNvPr>
          <p:cNvPicPr>
            <a:picLocks noChangeAspect="1"/>
          </p:cNvPicPr>
          <p:nvPr/>
        </p:nvPicPr>
        <p:blipFill>
          <a:blip r:embed="rId3"/>
          <a:stretch>
            <a:fillRect/>
          </a:stretch>
        </p:blipFill>
        <p:spPr>
          <a:xfrm>
            <a:off x="6537960" y="1965960"/>
            <a:ext cx="365760" cy="365760"/>
          </a:xfrm>
          <a:prstGeom prst="rect">
            <a:avLst/>
          </a:prstGeom>
        </p:spPr>
      </p:pic>
      <p:sp>
        <p:nvSpPr>
          <p:cNvPr id="17" name="Título Editar y borrar"/>
          <p:cNvSpPr txBox="1"/>
          <p:nvPr/>
        </p:nvSpPr>
        <p:spPr>
          <a:xfrm>
            <a:off x="6355080" y="2697480"/>
            <a:ext cx="1965960" cy="365760"/>
          </a:xfrm>
          <a:prstGeom prst="rect">
            <a:avLst/>
          </a:prstGeom>
          <a:noFill/>
          <a:ln/>
        </p:spPr>
        <p:txBody>
          <a:bodyPr wrap="square" lIns="0" tIns="0" rIns="0" bIns="0" rtlCol="0" anchor="t"/>
          <a:lstStyle/>
          <a:p>
            <a:pPr indent="0" marL="0">
              <a:buNone/>
            </a:pPr>
            <a:r>
              <a:rPr lang="en-US" sz="2000" b="1" dirty="0">
                <a:solidFill>
                  <a:schemeClr val="tx1"/>
                </a:solidFill>
              </a:rPr>
              <a:t>Editar y borrar</a:t>
            </a:r>
            <a:endParaRPr lang="en-US" sz="2000" dirty="0"/>
          </a:p>
        </p:txBody>
      </p:sp>
      <p:sp>
        <p:nvSpPr>
          <p:cNvPr id="18" name="Texto Editar y borrar"/>
          <p:cNvSpPr txBox="1"/>
          <p:nvPr/>
        </p:nvSpPr>
        <p:spPr>
          <a:xfrm>
            <a:off x="6355080" y="3154680"/>
            <a:ext cx="1965960" cy="777240"/>
          </a:xfrm>
          <a:prstGeom prst="rect">
            <a:avLst/>
          </a:prstGeom>
          <a:noFill/>
          <a:ln/>
        </p:spPr>
        <p:txBody>
          <a:bodyPr wrap="square" lIns="0" tIns="0" rIns="0" bIns="0" rtlCol="0" anchor="t"/>
          <a:lstStyle/>
          <a:p>
            <a:pPr indent="0" marL="0">
              <a:buNone/>
            </a:pPr>
            <a:r>
              <a:rPr lang="en-US" sz="1600" dirty="0">
                <a:solidFill>
                  <a:schemeClr val="tx2"/>
                </a:solidFill>
              </a:rPr>
              <a:t>Corregir lo ya publicado.</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Mancha violeta"/>
          <p:cNvSpPr/>
          <p:nvPr/>
        </p:nvSpPr>
        <p:spPr>
          <a:xfrm>
            <a:off x="7132320" y="-1463040"/>
            <a:ext cx="2926080" cy="2926080"/>
          </a:xfrm>
          <a:prstGeom prst="ellipse">
            <a:avLst/>
          </a:prstGeom>
          <a:solidFill>
            <a:schemeClr val="accent4">
              <a:alpha val="10000"/>
            </a:schemeClr>
          </a:solidFill>
          <a:ln/>
        </p:spPr>
      </p:sp>
      <p:sp>
        <p:nvSpPr>
          <p:cNvPr id="3"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600" b="1" dirty="0">
                <a:solidFill>
                  <a:schemeClr val="tx1"/>
                </a:solidFill>
              </a:rPr>
              <a:t>Y más adelante</a:t>
            </a:r>
            <a:endParaRPr lang="en-US" sz="3600" dirty="0"/>
          </a:p>
        </p:txBody>
      </p:sp>
      <p:sp>
        <p:nvSpPr>
          <p:cNvPr id="4" name="Tarjeta Ayuda entre familias"/>
          <p:cNvSpPr/>
          <p:nvPr/>
        </p:nvSpPr>
        <p:spPr>
          <a:xfrm>
            <a:off x="548640" y="1371600"/>
            <a:ext cx="2514600" cy="1508760"/>
          </a:xfrm>
          <a:prstGeom prst="roundRect">
            <a:avLst>
              <a:gd name="adj" fmla="val 10909"/>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5" name="Icono Ayuda entre familias (fondo)"/>
          <p:cNvSpPr/>
          <p:nvPr/>
        </p:nvSpPr>
        <p:spPr>
          <a:xfrm>
            <a:off x="777240" y="1572768"/>
            <a:ext cx="548640" cy="548640"/>
          </a:xfrm>
          <a:prstGeom prst="ellipse">
            <a:avLst/>
          </a:prstGeom>
          <a:solidFill>
            <a:schemeClr val="accent1">
              <a:alpha val="22000"/>
            </a:schemeClr>
          </a:solidFill>
          <a:ln/>
        </p:spPr>
      </p:sp>
      <p:pic>
        <p:nvPicPr>
          <p:cNvPr id="6" name="Icono Ayuda entre familias" descr="Icono Ayuda entre familias">    </p:cNvPr>
          <p:cNvPicPr>
            <a:picLocks noChangeAspect="1"/>
          </p:cNvPicPr>
          <p:nvPr/>
        </p:nvPicPr>
        <p:blipFill>
          <a:blip r:embed="rId1"/>
          <a:stretch>
            <a:fillRect/>
          </a:stretch>
        </p:blipFill>
        <p:spPr>
          <a:xfrm>
            <a:off x="914400" y="1709928"/>
            <a:ext cx="274320" cy="274320"/>
          </a:xfrm>
          <a:prstGeom prst="rect">
            <a:avLst/>
          </a:prstGeom>
        </p:spPr>
      </p:pic>
      <p:sp>
        <p:nvSpPr>
          <p:cNvPr id="7" name="Título Ayuda entre familias"/>
          <p:cNvSpPr txBox="1"/>
          <p:nvPr/>
        </p:nvSpPr>
        <p:spPr>
          <a:xfrm>
            <a:off x="1463040" y="1572768"/>
            <a:ext cx="1417320" cy="548640"/>
          </a:xfrm>
          <a:prstGeom prst="rect">
            <a:avLst/>
          </a:prstGeom>
          <a:noFill/>
          <a:ln/>
        </p:spPr>
        <p:txBody>
          <a:bodyPr wrap="square" lIns="0" tIns="0" rIns="0" bIns="0" rtlCol="0" anchor="ctr"/>
          <a:lstStyle/>
          <a:p>
            <a:pPr indent="0" marL="0">
              <a:buNone/>
            </a:pPr>
            <a:r>
              <a:rPr lang="en-US" sz="1800" b="1" dirty="0">
                <a:solidFill>
                  <a:schemeClr val="tx1"/>
                </a:solidFill>
              </a:rPr>
              <a:t>Ayuda entre familias</a:t>
            </a:r>
            <a:endParaRPr lang="en-US" sz="1800" dirty="0"/>
          </a:p>
        </p:txBody>
      </p:sp>
      <p:sp>
        <p:nvSpPr>
          <p:cNvPr id="8" name="Texto Ayuda entre familias"/>
          <p:cNvSpPr txBox="1"/>
          <p:nvPr/>
        </p:nvSpPr>
        <p:spPr>
          <a:xfrm>
            <a:off x="777240" y="2267712"/>
            <a:ext cx="2057400" cy="548640"/>
          </a:xfrm>
          <a:prstGeom prst="rect">
            <a:avLst/>
          </a:prstGeom>
          <a:noFill/>
          <a:ln/>
        </p:spPr>
        <p:txBody>
          <a:bodyPr wrap="square" lIns="0" tIns="0" rIns="0" bIns="0" rtlCol="0" anchor="t"/>
          <a:lstStyle/>
          <a:p>
            <a:pPr indent="0" marL="0">
              <a:buNone/>
            </a:pPr>
            <a:r>
              <a:rPr lang="en-US" sz="1400" dirty="0">
                <a:solidFill>
                  <a:schemeClr val="tx2"/>
                </a:solidFill>
              </a:rPr>
              <a:t>¿Alguien puede recoger a mi hijo hoy?</a:t>
            </a:r>
            <a:endParaRPr lang="en-US" sz="1400" dirty="0"/>
          </a:p>
        </p:txBody>
      </p:sp>
      <p:sp>
        <p:nvSpPr>
          <p:cNvPr id="9" name="Tarjeta Buscador con IA"/>
          <p:cNvSpPr/>
          <p:nvPr/>
        </p:nvSpPr>
        <p:spPr>
          <a:xfrm>
            <a:off x="3314700" y="1371600"/>
            <a:ext cx="2514600" cy="1508760"/>
          </a:xfrm>
          <a:prstGeom prst="roundRect">
            <a:avLst>
              <a:gd name="adj" fmla="val 10909"/>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10" name="Icono Buscador con IA (fondo)"/>
          <p:cNvSpPr/>
          <p:nvPr/>
        </p:nvSpPr>
        <p:spPr>
          <a:xfrm>
            <a:off x="3543300" y="1572768"/>
            <a:ext cx="548640" cy="548640"/>
          </a:xfrm>
          <a:prstGeom prst="ellipse">
            <a:avLst/>
          </a:prstGeom>
          <a:solidFill>
            <a:schemeClr val="accent2">
              <a:alpha val="22000"/>
            </a:schemeClr>
          </a:solidFill>
          <a:ln/>
        </p:spPr>
      </p:sp>
      <p:pic>
        <p:nvPicPr>
          <p:cNvPr id="11" name="Icono Buscador con IA" descr="Icono Buscador con IA">    </p:cNvPr>
          <p:cNvPicPr>
            <a:picLocks noChangeAspect="1"/>
          </p:cNvPicPr>
          <p:nvPr/>
        </p:nvPicPr>
        <p:blipFill>
          <a:blip r:embed="rId2"/>
          <a:stretch>
            <a:fillRect/>
          </a:stretch>
        </p:blipFill>
        <p:spPr>
          <a:xfrm>
            <a:off x="3680460" y="1709928"/>
            <a:ext cx="274320" cy="274320"/>
          </a:xfrm>
          <a:prstGeom prst="rect">
            <a:avLst/>
          </a:prstGeom>
        </p:spPr>
      </p:pic>
      <p:sp>
        <p:nvSpPr>
          <p:cNvPr id="12" name="Título Buscador con IA"/>
          <p:cNvSpPr txBox="1"/>
          <p:nvPr/>
        </p:nvSpPr>
        <p:spPr>
          <a:xfrm>
            <a:off x="4229100" y="1572768"/>
            <a:ext cx="1417320" cy="548640"/>
          </a:xfrm>
          <a:prstGeom prst="rect">
            <a:avLst/>
          </a:prstGeom>
          <a:noFill/>
          <a:ln/>
        </p:spPr>
        <p:txBody>
          <a:bodyPr wrap="square" lIns="0" tIns="0" rIns="0" bIns="0" rtlCol="0" anchor="ctr"/>
          <a:lstStyle/>
          <a:p>
            <a:pPr indent="0" marL="0">
              <a:buNone/>
            </a:pPr>
            <a:r>
              <a:rPr lang="en-US" sz="1800" b="1" dirty="0">
                <a:solidFill>
                  <a:schemeClr val="tx1"/>
                </a:solidFill>
              </a:rPr>
              <a:t>Buscador con IA</a:t>
            </a:r>
            <a:endParaRPr lang="en-US" sz="1800" dirty="0"/>
          </a:p>
        </p:txBody>
      </p:sp>
      <p:sp>
        <p:nvSpPr>
          <p:cNvPr id="13" name="Texto Buscador con IA"/>
          <p:cNvSpPr txBox="1"/>
          <p:nvPr/>
        </p:nvSpPr>
        <p:spPr>
          <a:xfrm>
            <a:off x="3543300" y="2267712"/>
            <a:ext cx="2057400" cy="548640"/>
          </a:xfrm>
          <a:prstGeom prst="rect">
            <a:avLst/>
          </a:prstGeom>
          <a:noFill/>
          <a:ln/>
        </p:spPr>
        <p:txBody>
          <a:bodyPr wrap="square" lIns="0" tIns="0" rIns="0" bIns="0" rtlCol="0" anchor="t"/>
          <a:lstStyle/>
          <a:p>
            <a:pPr indent="0" marL="0">
              <a:buNone/>
            </a:pPr>
            <a:r>
              <a:rPr lang="en-US" sz="1400" dirty="0">
                <a:solidFill>
                  <a:schemeClr val="tx2"/>
                </a:solidFill>
              </a:rPr>
              <a:t>Pregunta al histórico de la clase.</a:t>
            </a:r>
            <a:endParaRPr lang="en-US" sz="1400" dirty="0"/>
          </a:p>
        </p:txBody>
      </p:sp>
      <p:sp>
        <p:nvSpPr>
          <p:cNvPr id="14" name="Tarjeta Pagos de verdad"/>
          <p:cNvSpPr/>
          <p:nvPr/>
        </p:nvSpPr>
        <p:spPr>
          <a:xfrm>
            <a:off x="6080760" y="1371600"/>
            <a:ext cx="2514600" cy="1508760"/>
          </a:xfrm>
          <a:prstGeom prst="roundRect">
            <a:avLst>
              <a:gd name="adj" fmla="val 10909"/>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15" name="Icono Pagos de verdad (fondo)"/>
          <p:cNvSpPr/>
          <p:nvPr/>
        </p:nvSpPr>
        <p:spPr>
          <a:xfrm>
            <a:off x="6309360" y="1572768"/>
            <a:ext cx="548640" cy="548640"/>
          </a:xfrm>
          <a:prstGeom prst="ellipse">
            <a:avLst/>
          </a:prstGeom>
          <a:solidFill>
            <a:schemeClr val="accent3">
              <a:alpha val="22000"/>
            </a:schemeClr>
          </a:solidFill>
          <a:ln/>
        </p:spPr>
      </p:sp>
      <p:pic>
        <p:nvPicPr>
          <p:cNvPr id="16" name="Icono Pagos de verdad" descr="Icono Pagos de verdad">    </p:cNvPr>
          <p:cNvPicPr>
            <a:picLocks noChangeAspect="1"/>
          </p:cNvPicPr>
          <p:nvPr/>
        </p:nvPicPr>
        <p:blipFill>
          <a:blip r:embed="rId3"/>
          <a:stretch>
            <a:fillRect/>
          </a:stretch>
        </p:blipFill>
        <p:spPr>
          <a:xfrm>
            <a:off x="6446520" y="1709928"/>
            <a:ext cx="274320" cy="274320"/>
          </a:xfrm>
          <a:prstGeom prst="rect">
            <a:avLst/>
          </a:prstGeom>
        </p:spPr>
      </p:pic>
      <p:sp>
        <p:nvSpPr>
          <p:cNvPr id="17" name="Título Pagos de verdad"/>
          <p:cNvSpPr txBox="1"/>
          <p:nvPr/>
        </p:nvSpPr>
        <p:spPr>
          <a:xfrm>
            <a:off x="6995160" y="1572768"/>
            <a:ext cx="1417320" cy="548640"/>
          </a:xfrm>
          <a:prstGeom prst="rect">
            <a:avLst/>
          </a:prstGeom>
          <a:noFill/>
          <a:ln/>
        </p:spPr>
        <p:txBody>
          <a:bodyPr wrap="square" lIns="0" tIns="0" rIns="0" bIns="0" rtlCol="0" anchor="ctr"/>
          <a:lstStyle/>
          <a:p>
            <a:pPr indent="0" marL="0">
              <a:buNone/>
            </a:pPr>
            <a:r>
              <a:rPr lang="en-US" sz="1800" b="1" dirty="0">
                <a:solidFill>
                  <a:schemeClr val="tx1"/>
                </a:solidFill>
              </a:rPr>
              <a:t>Pagos de verdad</a:t>
            </a:r>
            <a:endParaRPr lang="en-US" sz="1800" dirty="0"/>
          </a:p>
        </p:txBody>
      </p:sp>
      <p:sp>
        <p:nvSpPr>
          <p:cNvPr id="18" name="Texto Pagos de verdad"/>
          <p:cNvSpPr txBox="1"/>
          <p:nvPr/>
        </p:nvSpPr>
        <p:spPr>
          <a:xfrm>
            <a:off x="6309360" y="2267712"/>
            <a:ext cx="2057400" cy="548640"/>
          </a:xfrm>
          <a:prstGeom prst="rect">
            <a:avLst/>
          </a:prstGeom>
          <a:noFill/>
          <a:ln/>
        </p:spPr>
        <p:txBody>
          <a:bodyPr wrap="square" lIns="0" tIns="0" rIns="0" bIns="0" rtlCol="0" anchor="t"/>
          <a:lstStyle/>
          <a:p>
            <a:pPr indent="0" marL="0">
              <a:buNone/>
            </a:pPr>
            <a:r>
              <a:rPr lang="en-US" sz="1400" dirty="0">
                <a:solidFill>
                  <a:schemeClr val="tx2"/>
                </a:solidFill>
              </a:rPr>
              <a:t>Pagar los gastos sin salir de la app.</a:t>
            </a:r>
            <a:endParaRPr lang="en-US" sz="1400" dirty="0"/>
          </a:p>
        </p:txBody>
      </p:sp>
      <p:sp>
        <p:nvSpPr>
          <p:cNvPr id="19" name="Tarjeta Avisos de colegio"/>
          <p:cNvSpPr/>
          <p:nvPr/>
        </p:nvSpPr>
        <p:spPr>
          <a:xfrm>
            <a:off x="548640" y="3063240"/>
            <a:ext cx="2514600" cy="1508760"/>
          </a:xfrm>
          <a:prstGeom prst="roundRect">
            <a:avLst>
              <a:gd name="adj" fmla="val 10909"/>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20" name="Icono Avisos de colegio (fondo)"/>
          <p:cNvSpPr/>
          <p:nvPr/>
        </p:nvSpPr>
        <p:spPr>
          <a:xfrm>
            <a:off x="777240" y="3264408"/>
            <a:ext cx="548640" cy="548640"/>
          </a:xfrm>
          <a:prstGeom prst="ellipse">
            <a:avLst/>
          </a:prstGeom>
          <a:solidFill>
            <a:schemeClr val="accent4">
              <a:alpha val="22000"/>
            </a:schemeClr>
          </a:solidFill>
          <a:ln/>
        </p:spPr>
      </p:sp>
      <p:pic>
        <p:nvPicPr>
          <p:cNvPr id="21" name="Icono Avisos de colegio" descr="Icono Avisos de colegio">    </p:cNvPr>
          <p:cNvPicPr>
            <a:picLocks noChangeAspect="1"/>
          </p:cNvPicPr>
          <p:nvPr/>
        </p:nvPicPr>
        <p:blipFill>
          <a:blip r:embed="rId4"/>
          <a:stretch>
            <a:fillRect/>
          </a:stretch>
        </p:blipFill>
        <p:spPr>
          <a:xfrm>
            <a:off x="914400" y="3401568"/>
            <a:ext cx="274320" cy="274320"/>
          </a:xfrm>
          <a:prstGeom prst="rect">
            <a:avLst/>
          </a:prstGeom>
        </p:spPr>
      </p:pic>
      <p:sp>
        <p:nvSpPr>
          <p:cNvPr id="22" name="Título Avisos de colegio"/>
          <p:cNvSpPr txBox="1"/>
          <p:nvPr/>
        </p:nvSpPr>
        <p:spPr>
          <a:xfrm>
            <a:off x="1463040" y="3264408"/>
            <a:ext cx="1417320" cy="548640"/>
          </a:xfrm>
          <a:prstGeom prst="rect">
            <a:avLst/>
          </a:prstGeom>
          <a:noFill/>
          <a:ln/>
        </p:spPr>
        <p:txBody>
          <a:bodyPr wrap="square" lIns="0" tIns="0" rIns="0" bIns="0" rtlCol="0" anchor="ctr"/>
          <a:lstStyle/>
          <a:p>
            <a:pPr indent="0" marL="0">
              <a:buNone/>
            </a:pPr>
            <a:r>
              <a:rPr lang="en-US" sz="1800" b="1" dirty="0">
                <a:solidFill>
                  <a:schemeClr val="tx1"/>
                </a:solidFill>
              </a:rPr>
              <a:t>Avisos de colegio</a:t>
            </a:r>
            <a:endParaRPr lang="en-US" sz="1800" dirty="0"/>
          </a:p>
        </p:txBody>
      </p:sp>
      <p:sp>
        <p:nvSpPr>
          <p:cNvPr id="23" name="Texto Avisos de colegio"/>
          <p:cNvSpPr txBox="1"/>
          <p:nvPr/>
        </p:nvSpPr>
        <p:spPr>
          <a:xfrm>
            <a:off x="777240" y="3959352"/>
            <a:ext cx="2057400" cy="548640"/>
          </a:xfrm>
          <a:prstGeom prst="rect">
            <a:avLst/>
          </a:prstGeom>
          <a:noFill/>
          <a:ln/>
        </p:spPr>
        <p:txBody>
          <a:bodyPr wrap="square" lIns="0" tIns="0" rIns="0" bIns="0" rtlCol="0" anchor="t"/>
          <a:lstStyle/>
          <a:p>
            <a:pPr indent="0" marL="0">
              <a:buNone/>
            </a:pPr>
            <a:r>
              <a:rPr lang="en-US" sz="1400" dirty="0">
                <a:solidFill>
                  <a:schemeClr val="tx2"/>
                </a:solidFill>
              </a:rPr>
              <a:t>Con roles de profesorado y administración.</a:t>
            </a:r>
            <a:endParaRPr lang="en-US" sz="1400" dirty="0"/>
          </a:p>
        </p:txBody>
      </p:sp>
      <p:sp>
        <p:nvSpPr>
          <p:cNvPr id="24" name="Tarjeta Para todas las familias"/>
          <p:cNvSpPr/>
          <p:nvPr/>
        </p:nvSpPr>
        <p:spPr>
          <a:xfrm>
            <a:off x="3314700" y="3063240"/>
            <a:ext cx="2514600" cy="1508760"/>
          </a:xfrm>
          <a:prstGeom prst="roundRect">
            <a:avLst>
              <a:gd name="adj" fmla="val 10909"/>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25" name="Icono Para todas las familias (fondo)"/>
          <p:cNvSpPr/>
          <p:nvPr/>
        </p:nvSpPr>
        <p:spPr>
          <a:xfrm>
            <a:off x="3543300" y="3264408"/>
            <a:ext cx="548640" cy="548640"/>
          </a:xfrm>
          <a:prstGeom prst="ellipse">
            <a:avLst/>
          </a:prstGeom>
          <a:solidFill>
            <a:schemeClr val="accent5">
              <a:alpha val="22000"/>
            </a:schemeClr>
          </a:solidFill>
          <a:ln/>
        </p:spPr>
      </p:sp>
      <p:pic>
        <p:nvPicPr>
          <p:cNvPr id="26" name="Icono Para todas las familias" descr="Icono Para todas las familias">    </p:cNvPr>
          <p:cNvPicPr>
            <a:picLocks noChangeAspect="1"/>
          </p:cNvPicPr>
          <p:nvPr/>
        </p:nvPicPr>
        <p:blipFill>
          <a:blip r:embed="rId5"/>
          <a:stretch>
            <a:fillRect/>
          </a:stretch>
        </p:blipFill>
        <p:spPr>
          <a:xfrm>
            <a:off x="3680460" y="3401568"/>
            <a:ext cx="274320" cy="274320"/>
          </a:xfrm>
          <a:prstGeom prst="rect">
            <a:avLst/>
          </a:prstGeom>
        </p:spPr>
      </p:pic>
      <p:sp>
        <p:nvSpPr>
          <p:cNvPr id="27" name="Título Para todas las familias"/>
          <p:cNvSpPr txBox="1"/>
          <p:nvPr/>
        </p:nvSpPr>
        <p:spPr>
          <a:xfrm>
            <a:off x="4229100" y="3264408"/>
            <a:ext cx="1417320" cy="548640"/>
          </a:xfrm>
          <a:prstGeom prst="rect">
            <a:avLst/>
          </a:prstGeom>
          <a:noFill/>
          <a:ln/>
        </p:spPr>
        <p:txBody>
          <a:bodyPr wrap="square" lIns="0" tIns="0" rIns="0" bIns="0" rtlCol="0" anchor="ctr"/>
          <a:lstStyle/>
          <a:p>
            <a:pPr indent="0" marL="0">
              <a:buNone/>
            </a:pPr>
            <a:r>
              <a:rPr lang="en-US" sz="1800" b="1" dirty="0">
                <a:solidFill>
                  <a:schemeClr val="tx1"/>
                </a:solidFill>
              </a:rPr>
              <a:t>Para todas las familias</a:t>
            </a:r>
            <a:endParaRPr lang="en-US" sz="1800" dirty="0"/>
          </a:p>
        </p:txBody>
      </p:sp>
      <p:sp>
        <p:nvSpPr>
          <p:cNvPr id="28" name="Texto Para todas las familias"/>
          <p:cNvSpPr txBox="1"/>
          <p:nvPr/>
        </p:nvSpPr>
        <p:spPr>
          <a:xfrm>
            <a:off x="3543300" y="3959352"/>
            <a:ext cx="2057400" cy="548640"/>
          </a:xfrm>
          <a:prstGeom prst="rect">
            <a:avLst/>
          </a:prstGeom>
          <a:noFill/>
          <a:ln/>
        </p:spPr>
        <p:txBody>
          <a:bodyPr wrap="square" lIns="0" tIns="0" rIns="0" bIns="0" rtlCol="0" anchor="t"/>
          <a:lstStyle/>
          <a:p>
            <a:pPr indent="0" marL="0">
              <a:buNone/>
            </a:pPr>
            <a:r>
              <a:rPr lang="en-US" sz="1400" dirty="0">
                <a:solidFill>
                  <a:schemeClr val="tx2"/>
                </a:solidFill>
              </a:rPr>
              <a:t>Avisos traducidos y lectura en voz alta.</a:t>
            </a:r>
            <a:endParaRPr lang="en-US" sz="1400" dirty="0"/>
          </a:p>
        </p:txBody>
      </p:sp>
      <p:sp>
        <p:nvSpPr>
          <p:cNvPr id="29" name="Tarjeta Varios colegios"/>
          <p:cNvSpPr/>
          <p:nvPr/>
        </p:nvSpPr>
        <p:spPr>
          <a:xfrm>
            <a:off x="6080760" y="3063240"/>
            <a:ext cx="2514600" cy="1508760"/>
          </a:xfrm>
          <a:prstGeom prst="roundRect">
            <a:avLst>
              <a:gd name="adj" fmla="val 10909"/>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30" name="Icono Varios colegios (fondo)"/>
          <p:cNvSpPr/>
          <p:nvPr/>
        </p:nvSpPr>
        <p:spPr>
          <a:xfrm>
            <a:off x="6309360" y="3264408"/>
            <a:ext cx="548640" cy="548640"/>
          </a:xfrm>
          <a:prstGeom prst="ellipse">
            <a:avLst/>
          </a:prstGeom>
          <a:solidFill>
            <a:schemeClr val="accent1">
              <a:alpha val="22000"/>
            </a:schemeClr>
          </a:solidFill>
          <a:ln/>
        </p:spPr>
      </p:sp>
      <p:pic>
        <p:nvPicPr>
          <p:cNvPr id="31" name="Icono Varios colegios" descr="Icono Varios colegios">    </p:cNvPr>
          <p:cNvPicPr>
            <a:picLocks noChangeAspect="1"/>
          </p:cNvPicPr>
          <p:nvPr/>
        </p:nvPicPr>
        <p:blipFill>
          <a:blip r:embed="rId6"/>
          <a:stretch>
            <a:fillRect/>
          </a:stretch>
        </p:blipFill>
        <p:spPr>
          <a:xfrm>
            <a:off x="6446520" y="3401568"/>
            <a:ext cx="274320" cy="274320"/>
          </a:xfrm>
          <a:prstGeom prst="rect">
            <a:avLst/>
          </a:prstGeom>
        </p:spPr>
      </p:pic>
      <p:sp>
        <p:nvSpPr>
          <p:cNvPr id="32" name="Título Varios colegios"/>
          <p:cNvSpPr txBox="1"/>
          <p:nvPr/>
        </p:nvSpPr>
        <p:spPr>
          <a:xfrm>
            <a:off x="6995160" y="3264408"/>
            <a:ext cx="1417320" cy="548640"/>
          </a:xfrm>
          <a:prstGeom prst="rect">
            <a:avLst/>
          </a:prstGeom>
          <a:noFill/>
          <a:ln/>
        </p:spPr>
        <p:txBody>
          <a:bodyPr wrap="square" lIns="0" tIns="0" rIns="0" bIns="0" rtlCol="0" anchor="ctr"/>
          <a:lstStyle/>
          <a:p>
            <a:pPr indent="0" marL="0">
              <a:buNone/>
            </a:pPr>
            <a:r>
              <a:rPr lang="en-US" sz="1800" b="1" dirty="0">
                <a:solidFill>
                  <a:schemeClr val="tx1"/>
                </a:solidFill>
              </a:rPr>
              <a:t>Varios colegios</a:t>
            </a:r>
            <a:endParaRPr lang="en-US" sz="1800" dirty="0"/>
          </a:p>
        </p:txBody>
      </p:sp>
      <p:sp>
        <p:nvSpPr>
          <p:cNvPr id="33" name="Texto Varios colegios"/>
          <p:cNvSpPr txBox="1"/>
          <p:nvPr/>
        </p:nvSpPr>
        <p:spPr>
          <a:xfrm>
            <a:off x="6309360" y="3959352"/>
            <a:ext cx="2057400" cy="548640"/>
          </a:xfrm>
          <a:prstGeom prst="rect">
            <a:avLst/>
          </a:prstGeom>
          <a:noFill/>
          <a:ln/>
        </p:spPr>
        <p:txBody>
          <a:bodyPr wrap="square" lIns="0" tIns="0" rIns="0" bIns="0" rtlCol="0" anchor="t"/>
          <a:lstStyle/>
          <a:p>
            <a:pPr indent="0" marL="0">
              <a:buNone/>
            </a:pPr>
            <a:r>
              <a:rPr lang="en-US" sz="1400" dirty="0">
                <a:solidFill>
                  <a:schemeClr val="tx2"/>
                </a:solidFill>
              </a:rPr>
              <a:t>AMPAs con varios centros y calendario oficial.</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Mancha violeta"/>
          <p:cNvSpPr/>
          <p:nvPr/>
        </p:nvSpPr>
        <p:spPr>
          <a:xfrm>
            <a:off x="6217920" y="-1463040"/>
            <a:ext cx="4206240" cy="4206240"/>
          </a:xfrm>
          <a:prstGeom prst="ellipse">
            <a:avLst/>
          </a:prstGeom>
          <a:solidFill>
            <a:schemeClr val="accent4">
              <a:alpha val="14000"/>
            </a:schemeClr>
          </a:solidFill>
          <a:ln/>
        </p:spPr>
      </p:sp>
      <p:sp>
        <p:nvSpPr>
          <p:cNvPr id="3" name="Mancha rosa"/>
          <p:cNvSpPr/>
          <p:nvPr/>
        </p:nvSpPr>
        <p:spPr>
          <a:xfrm>
            <a:off x="-1280160" y="3291840"/>
            <a:ext cx="4023360" cy="4023360"/>
          </a:xfrm>
          <a:prstGeom prst="ellipse">
            <a:avLst/>
          </a:prstGeom>
          <a:solidFill>
            <a:schemeClr val="accent2">
              <a:alpha val="14000"/>
            </a:schemeClr>
          </a:solidFill>
          <a:ln/>
        </p:spPr>
      </p:sp>
      <p:sp>
        <p:nvSpPr>
          <p:cNvPr id="4" name="Gracias"/>
          <p:cNvSpPr txBox="1"/>
          <p:nvPr/>
        </p:nvSpPr>
        <p:spPr>
          <a:xfrm>
            <a:off x="548640" y="731520"/>
            <a:ext cx="8046720" cy="1005840"/>
          </a:xfrm>
          <a:prstGeom prst="rect">
            <a:avLst/>
          </a:prstGeom>
          <a:noFill/>
          <a:ln/>
        </p:spPr>
        <p:txBody>
          <a:bodyPr wrap="square" lIns="0" tIns="0" rIns="0" bIns="0" rtlCol="0" anchor="ctr"/>
          <a:lstStyle/>
          <a:p>
            <a:pPr indent="0" marL="0">
              <a:buNone/>
            </a:pPr>
            <a:r>
              <a:rPr lang="en-US" sz="5400" b="1" dirty="0">
                <a:solidFill>
                  <a:schemeClr val="tx1"/>
                </a:solidFill>
                <a:latin typeface="Cambria" pitchFamily="34" charset="0"/>
                <a:ea typeface="Cambria" pitchFamily="34" charset="-122"/>
                <a:cs typeface="Cambria" pitchFamily="34" charset="-120"/>
              </a:rPr>
              <a:t>¡Gracias!</a:t>
            </a:r>
            <a:endParaRPr lang="en-US" sz="5400" dirty="0"/>
          </a:p>
        </p:txBody>
      </p:sp>
      <p:sp>
        <p:nvSpPr>
          <p:cNvPr id="5" name="Invitación a probar"/>
          <p:cNvSpPr txBox="1"/>
          <p:nvPr/>
        </p:nvSpPr>
        <p:spPr>
          <a:xfrm>
            <a:off x="548640" y="1828800"/>
            <a:ext cx="8046720" cy="365760"/>
          </a:xfrm>
          <a:prstGeom prst="rect">
            <a:avLst/>
          </a:prstGeom>
          <a:noFill/>
          <a:ln/>
        </p:spPr>
        <p:txBody>
          <a:bodyPr wrap="square" lIns="0" tIns="0" rIns="0" bIns="0" rtlCol="0" anchor="t"/>
          <a:lstStyle/>
          <a:p>
            <a:pPr indent="0" marL="0">
              <a:buNone/>
            </a:pPr>
            <a:r>
              <a:rPr lang="en-US" sz="2000" dirty="0">
                <a:solidFill>
                  <a:schemeClr val="tx2"/>
                </a:solidFill>
              </a:rPr>
              <a:t>Pruébalo con una cuenta de demostración</a:t>
            </a:r>
            <a:endParaRPr lang="en-US" sz="2000" dirty="0"/>
          </a:p>
        </p:txBody>
      </p:sp>
      <p:sp>
        <p:nvSpPr>
          <p:cNvPr id="6" name="Tarjeta de la cuenta de prueba"/>
          <p:cNvSpPr/>
          <p:nvPr/>
        </p:nvSpPr>
        <p:spPr>
          <a:xfrm>
            <a:off x="548640" y="2423160"/>
            <a:ext cx="4846320" cy="1234440"/>
          </a:xfrm>
          <a:prstGeom prst="roundRect">
            <a:avLst>
              <a:gd name="adj" fmla="val 13333"/>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7" name="Icono de la cuenta de prueba (fondo)"/>
          <p:cNvSpPr/>
          <p:nvPr/>
        </p:nvSpPr>
        <p:spPr>
          <a:xfrm>
            <a:off x="822960" y="2743200"/>
            <a:ext cx="594360" cy="594360"/>
          </a:xfrm>
          <a:prstGeom prst="ellipse">
            <a:avLst/>
          </a:prstGeom>
          <a:solidFill>
            <a:schemeClr val="accent1">
              <a:alpha val="22000"/>
            </a:schemeClr>
          </a:solidFill>
          <a:ln/>
        </p:spPr>
      </p:sp>
      <p:pic>
        <p:nvPicPr>
          <p:cNvPr id="8" name="Icono de la cuenta de prueba" descr="Icono de la cuenta de prueba">    </p:cNvPr>
          <p:cNvPicPr>
            <a:picLocks noChangeAspect="1"/>
          </p:cNvPicPr>
          <p:nvPr/>
        </p:nvPicPr>
        <p:blipFill>
          <a:blip r:embed="rId1"/>
          <a:stretch>
            <a:fillRect/>
          </a:stretch>
        </p:blipFill>
        <p:spPr>
          <a:xfrm>
            <a:off x="971550" y="2891790"/>
            <a:ext cx="297180" cy="297180"/>
          </a:xfrm>
          <a:prstGeom prst="rect">
            <a:avLst/>
          </a:prstGeom>
        </p:spPr>
      </p:pic>
      <p:sp>
        <p:nvSpPr>
          <p:cNvPr id="9" name="Datos de la cuenta de prueba"/>
          <p:cNvSpPr txBox="1"/>
          <p:nvPr/>
        </p:nvSpPr>
        <p:spPr>
          <a:xfrm>
            <a:off x="1645920" y="2560320"/>
            <a:ext cx="3566160" cy="960120"/>
          </a:xfrm>
          <a:prstGeom prst="rect">
            <a:avLst/>
          </a:prstGeom>
          <a:noFill/>
          <a:ln/>
        </p:spPr>
        <p:txBody>
          <a:bodyPr wrap="square" lIns="0" tIns="0" rIns="0" bIns="0" rtlCol="0" anchor="ctr"/>
          <a:lstStyle/>
          <a:p>
            <a:pPr indent="0" marL="0">
              <a:spcAft>
                <a:spcPts val="600"/>
              </a:spcAft>
              <a:buNone/>
            </a:pPr>
            <a:r>
              <a:rPr lang="en-US" sz="1400" dirty="0">
                <a:solidFill>
                  <a:srgbClr val="94A3B8"/>
                </a:solidFill>
              </a:rPr>
              <a:t>Correo: </a:t>
            </a:r>
            <a:pPr indent="0" marL="0">
              <a:spcAft>
                <a:spcPts val="600"/>
              </a:spcAft>
              <a:buNone/>
            </a:pPr>
            <a:r>
              <a:rPr lang="en-US" sz="1400" b="1" dirty="0">
                <a:solidFill>
                  <a:schemeClr val="tx1"/>
                </a:solidFill>
              </a:rPr>
              <a:t>lucia.navarro@demo.sumiclas.test</a:t>
            </a:r>
            <a:endParaRPr lang="en-US" sz="1400" dirty="0"/>
          </a:p>
          <a:p>
            <a:pPr indent="0" marL="0">
              <a:spcAft>
                <a:spcPts val="600"/>
              </a:spcAft>
              <a:buNone/>
            </a:pPr>
            <a:r>
              <a:rPr lang="en-US" sz="1400" dirty="0">
                <a:solidFill>
                  <a:srgbClr val="94A3B8"/>
                </a:solidFill>
              </a:rPr>
              <a:t>Contraseña: </a:t>
            </a:r>
            <a:pPr indent="0" marL="0">
              <a:spcAft>
                <a:spcPts val="600"/>
              </a:spcAft>
              <a:buNone/>
            </a:pPr>
            <a:r>
              <a:rPr lang="en-US" sz="1400" b="1" dirty="0">
                <a:solidFill>
                  <a:schemeClr val="tx1"/>
                </a:solidFill>
              </a:rPr>
              <a:t>Demo1234</a:t>
            </a:r>
            <a:endParaRPr lang="en-US" sz="1400" dirty="0"/>
          </a:p>
        </p:txBody>
      </p:sp>
      <p:sp>
        <p:nvSpPr>
          <p:cNvPr id="10" name="Tarjeta decorativa LuHeart"/>
          <p:cNvSpPr/>
          <p:nvPr/>
        </p:nvSpPr>
        <p:spPr>
          <a:xfrm rot="-360000">
            <a:off x="6309360" y="2743200"/>
            <a:ext cx="1097280" cy="1097280"/>
          </a:xfrm>
          <a:prstGeom prst="roundRect">
            <a:avLst>
              <a:gd name="adj" fmla="val 20000"/>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11" name="Icono LuHeart (fondo)"/>
          <p:cNvSpPr/>
          <p:nvPr/>
        </p:nvSpPr>
        <p:spPr>
          <a:xfrm>
            <a:off x="6537960" y="2971800"/>
            <a:ext cx="640080" cy="640080"/>
          </a:xfrm>
          <a:prstGeom prst="ellipse">
            <a:avLst/>
          </a:prstGeom>
          <a:solidFill>
            <a:schemeClr val="accent2">
              <a:alpha val="22000"/>
            </a:schemeClr>
          </a:solidFill>
          <a:ln/>
        </p:spPr>
      </p:sp>
      <p:pic>
        <p:nvPicPr>
          <p:cNvPr id="12" name="Icono LuHeart" descr="Icono LuHeart">    </p:cNvPr>
          <p:cNvPicPr>
            <a:picLocks noChangeAspect="1"/>
          </p:cNvPicPr>
          <p:nvPr/>
        </p:nvPicPr>
        <p:blipFill>
          <a:blip r:embed="rId2"/>
          <a:stretch>
            <a:fillRect/>
          </a:stretch>
        </p:blipFill>
        <p:spPr>
          <a:xfrm>
            <a:off x="6697980" y="3131820"/>
            <a:ext cx="320040" cy="320040"/>
          </a:xfrm>
          <a:prstGeom prst="rect">
            <a:avLst/>
          </a:prstGeom>
        </p:spPr>
      </p:pic>
      <p:sp>
        <p:nvSpPr>
          <p:cNvPr id="13" name="Tarjeta decorativa LuSparkles"/>
          <p:cNvSpPr/>
          <p:nvPr/>
        </p:nvSpPr>
        <p:spPr>
          <a:xfrm rot="300000">
            <a:off x="7498080" y="3429000"/>
            <a:ext cx="1097280" cy="1097280"/>
          </a:xfrm>
          <a:prstGeom prst="roundRect">
            <a:avLst>
              <a:gd name="adj" fmla="val 20000"/>
            </a:avLst>
          </a:prstGeom>
          <a:solidFill>
            <a:schemeClr val="bg2"/>
          </a:solidFill>
          <a:ln w="12700">
            <a:solidFill>
              <a:srgbClr val="334155"/>
            </a:solidFill>
            <a:prstDash val="solid"/>
          </a:ln>
          <a:effectLst>
            <a:outerShdw sx="100000" sy="100000" kx="0" ky="0" algn="bl" rotWithShape="0" blurRad="127000" dist="38100" dir="5400000">
              <a:srgbClr val="000000">
                <a:alpha val="35000"/>
              </a:srgbClr>
            </a:outerShdw>
          </a:effectLst>
        </p:spPr>
      </p:sp>
      <p:sp>
        <p:nvSpPr>
          <p:cNvPr id="14" name="Icono LuSparkles (fondo)"/>
          <p:cNvSpPr/>
          <p:nvPr/>
        </p:nvSpPr>
        <p:spPr>
          <a:xfrm>
            <a:off x="7726680" y="3657600"/>
            <a:ext cx="640080" cy="640080"/>
          </a:xfrm>
          <a:prstGeom prst="ellipse">
            <a:avLst/>
          </a:prstGeom>
          <a:solidFill>
            <a:schemeClr val="accent4">
              <a:alpha val="22000"/>
            </a:schemeClr>
          </a:solidFill>
          <a:ln/>
        </p:spPr>
      </p:sp>
      <p:pic>
        <p:nvPicPr>
          <p:cNvPr id="15" name="Icono LuSparkles" descr="Icono LuSparkles">    </p:cNvPr>
          <p:cNvPicPr>
            <a:picLocks noChangeAspect="1"/>
          </p:cNvPicPr>
          <p:nvPr/>
        </p:nvPicPr>
        <p:blipFill>
          <a:blip r:embed="rId3"/>
          <a:stretch>
            <a:fillRect/>
          </a:stretch>
        </p:blipFill>
        <p:spPr>
          <a:xfrm>
            <a:off x="7886700" y="3817620"/>
            <a:ext cx="320040" cy="320040"/>
          </a:xfrm>
          <a:prstGeom prst="rect">
            <a:avLst/>
          </a:prstGeom>
        </p:spPr>
      </p:pic>
      <p:sp>
        <p:nvSpPr>
          <p:cNvPr id="16" name="Preguntas"/>
          <p:cNvSpPr txBox="1"/>
          <p:nvPr/>
        </p:nvSpPr>
        <p:spPr>
          <a:xfrm>
            <a:off x="548640" y="3977640"/>
            <a:ext cx="1828800" cy="548640"/>
          </a:xfrm>
          <a:prstGeom prst="roundRect">
            <a:avLst>
              <a:gd name="adj" fmla="val 50000"/>
            </a:avLst>
          </a:prstGeom>
          <a:solidFill>
            <a:schemeClr val="accent2">
              <a:alpha val="20000"/>
            </a:schemeClr>
          </a:solidFill>
          <a:ln w="12700">
            <a:solidFill>
              <a:schemeClr val="accent2"/>
            </a:solidFill>
          </a:ln>
        </p:spPr>
        <p:txBody>
          <a:bodyPr wrap="square" lIns="0" tIns="0" rIns="0" bIns="0" rtlCol="0" anchor="ctr"/>
          <a:lstStyle/>
          <a:p>
            <a:pPr algn="ctr" indent="0" marL="0">
              <a:buNone/>
            </a:pPr>
            <a:r>
              <a:rPr lang="en-US" sz="1800" b="1" dirty="0">
                <a:solidFill>
                  <a:schemeClr val="accent2"/>
                </a:solidFill>
              </a:rPr>
              <a:t>¿Preguntas?</a:t>
            </a:r>
            <a:endParaRPr lang="en-US" sz="1800" dirty="0"/>
          </a:p>
        </p:txBody>
      </p:sp>
    </p:spTree>
  </p:cSld>
  <p:clrMapOvr>
    <a:masterClrMapping/>
  </p:clrMapOvr>
</p:sld>
</file>

<file path=ppt/theme/theme1.xml><?xml version="1.0" encoding="utf-8"?>
<a:theme xmlns:a="http://schemas.openxmlformats.org/drawingml/2006/main" name="SumiClas oscuro">
  <a:themeElements>
    <a:clrScheme name="SumiClas oscuro">
      <a:dk1>
        <a:srgbClr val="F8FAFC"/>
      </a:dk1>
      <a:lt1>
        <a:srgbClr val="0F172A"/>
      </a:lt1>
      <a:dk2>
        <a:srgbClr val="CBD5E1"/>
      </a:dk2>
      <a:lt2>
        <a:srgbClr val="1E293B"/>
      </a:lt2>
      <a:accent1>
        <a:srgbClr val="59BCFF"/>
      </a:accent1>
      <a:accent2>
        <a:srgbClr val="FF6F97"/>
      </a:accent2>
      <a:accent3>
        <a:srgbClr val="6EE9B4"/>
      </a:accent3>
      <a:accent4>
        <a:srgbClr val="C4B5FD"/>
      </a:accent4>
      <a:accent5>
        <a:srgbClr val="FCD34D"/>
      </a:accent5>
      <a:accent6>
        <a:srgbClr val="33A0FF"/>
      </a:accent6>
      <a:hlink>
        <a:srgbClr val="59BCFF"/>
      </a:hlink>
      <a:folHlink>
        <a:srgbClr val="C4B5FD"/>
      </a:folHlink>
    </a:clrScheme>
    <a:fontScheme name="SumiClas oscur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SumiClas: tu clase, en un solo sitio</dc:title>
  <dc:subject>Presentación del trabajo fin de máster SumiClas</dc:subject>
  <dc:creator>Ana Fernández Muñoz</dc:creator>
  <cp:lastModifiedBy>Ana Fernández Muñoz</cp:lastModifiedBy>
  <cp:revision>1</cp:revision>
  <dcterms:created xsi:type="dcterms:W3CDTF">2026-10-25T18:58:27Z</dcterms:created>
  <dcterms:modified xsi:type="dcterms:W3CDTF">2026-10-25T18:58:27Z</dcterms:modified>
</cp:coreProperties>
</file>